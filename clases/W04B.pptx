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72" r:id="rId12"/>
    <p:sldId id="265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SimpleTimelineDefaultColorVariant">
  <dgm:title val="Simple Timeline Default Color Variant"/>
  <dgm:desc val="Simple Timeline Default Color Variant"/>
  <dgm:catLst>
    <dgm:cat type="Other" pri="2"/>
  </dgm:catLst>
  <dgm:styleLbl name="node0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>
        <a:alpha val="0"/>
      </a:schemeClr>
    </dgm:fillClrLst>
    <dgm:linClrLst meth="repeat">
      <a:schemeClr val="accent1">
        <a:alpha val="0"/>
      </a:schemeClr>
    </dgm:linClrLst>
    <dgm:effectClrLst/>
    <dgm:txLinClrLst/>
    <dgm:txFillClrLst meth="repeat">
      <a:schemeClr val="accent1"/>
    </dgm:txFillClrLst>
    <dgm:txEffectClrLst/>
  </dgm:styleLbl>
  <dgm:styleLbl name="node1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 meth="repeat">
      <a:schemeClr val="accent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2">
        <a:alpha val="9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840D19-28D9-4CFC-9DDB-417F810D2501}" type="doc">
      <dgm:prSet loTypeId="urn:microsoft.com/office/officeart/2005/8/layout/process1" loCatId="process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es-CO"/>
        </a:p>
      </dgm:t>
    </dgm:pt>
    <dgm:pt modelId="{926D604E-97BA-4AEC-926D-55EAD319820D}">
      <dgm:prSet phldrT="[Texto]" phldr="0"/>
      <dgm:spPr/>
      <dgm:t>
        <a:bodyPr/>
        <a:lstStyle/>
        <a:p>
          <a:r>
            <a:rPr lang="es-CO" dirty="0" err="1"/>
            <a:t>raw_ps</a:t>
          </a:r>
          <a:r>
            <a:rPr lang="es-CO" dirty="0"/>
            <a:t> (</a:t>
          </a:r>
          <a:r>
            <a:rPr lang="es-CO" dirty="0" err="1"/>
            <a:t>view</a:t>
          </a:r>
          <a:r>
            <a:rPr lang="es-CO" dirty="0"/>
            <a:t>)</a:t>
          </a:r>
        </a:p>
      </dgm:t>
    </dgm:pt>
    <dgm:pt modelId="{E7274A6E-AE71-4A04-9029-625AC5BF7231}" type="parTrans" cxnId="{F076A19C-F774-4D4F-8406-6EA4BA7C9F14}">
      <dgm:prSet/>
      <dgm:spPr/>
      <dgm:t>
        <a:bodyPr/>
        <a:lstStyle/>
        <a:p>
          <a:endParaRPr lang="es-CO"/>
        </a:p>
      </dgm:t>
    </dgm:pt>
    <dgm:pt modelId="{F9F1ADC9-51BD-4A15-8C97-8F5852491A22}" type="sibTrans" cxnId="{F076A19C-F774-4D4F-8406-6EA4BA7C9F14}">
      <dgm:prSet/>
      <dgm:spPr/>
      <dgm:t>
        <a:bodyPr/>
        <a:lstStyle/>
        <a:p>
          <a:endParaRPr lang="es-CO"/>
        </a:p>
      </dgm:t>
    </dgm:pt>
    <dgm:pt modelId="{4EAF3835-2B89-424F-9526-8D49A70085D1}">
      <dgm:prSet phldrT="[Texto]" phldr="0"/>
      <dgm:spPr/>
      <dgm:t>
        <a:bodyPr/>
        <a:lstStyle/>
        <a:p>
          <a:r>
            <a:rPr lang="es-CO" dirty="0"/>
            <a:t>Gold *(</a:t>
          </a:r>
          <a:r>
            <a:rPr lang="es-CO" dirty="0" err="1"/>
            <a:t>views</a:t>
          </a:r>
          <a:r>
            <a:rPr lang="es-CO" dirty="0"/>
            <a:t>)</a:t>
          </a:r>
        </a:p>
      </dgm:t>
    </dgm:pt>
    <dgm:pt modelId="{0AA0C5EE-F480-4F96-BB89-40F68AA84E1C}" type="parTrans" cxnId="{06E89F32-34E4-44F4-AE22-D0D0A413E3BF}">
      <dgm:prSet/>
      <dgm:spPr/>
      <dgm:t>
        <a:bodyPr/>
        <a:lstStyle/>
        <a:p>
          <a:endParaRPr lang="es-CO"/>
        </a:p>
      </dgm:t>
    </dgm:pt>
    <dgm:pt modelId="{07DB45D4-2127-4F68-A86A-A4B38C42100F}" type="sibTrans" cxnId="{06E89F32-34E4-44F4-AE22-D0D0A413E3BF}">
      <dgm:prSet/>
      <dgm:spPr/>
      <dgm:t>
        <a:bodyPr/>
        <a:lstStyle/>
        <a:p>
          <a:endParaRPr lang="es-CO"/>
        </a:p>
      </dgm:t>
    </dgm:pt>
    <dgm:pt modelId="{7AE34AE4-54C1-4FED-A5E0-0EF5532DDDB3}">
      <dgm:prSet phldrT="[Texto]" phldr="0"/>
      <dgm:spPr/>
      <dgm:t>
        <a:bodyPr/>
        <a:lstStyle/>
        <a:p>
          <a:r>
            <a:rPr lang="es-CO" dirty="0" err="1"/>
            <a:t>silver_planet</a:t>
          </a:r>
          <a:r>
            <a:rPr lang="es-CO" dirty="0"/>
            <a:t> ( table)</a:t>
          </a:r>
        </a:p>
      </dgm:t>
    </dgm:pt>
    <dgm:pt modelId="{6695B691-7DAC-4221-9E56-19A81EEE6999}" type="parTrans" cxnId="{EA996DB0-D3EB-443D-A127-3571143FCEFA}">
      <dgm:prSet/>
      <dgm:spPr/>
      <dgm:t>
        <a:bodyPr/>
        <a:lstStyle/>
        <a:p>
          <a:endParaRPr lang="es-CO"/>
        </a:p>
      </dgm:t>
    </dgm:pt>
    <dgm:pt modelId="{D4791FE7-E0F0-4503-A55D-EDAC4A330637}" type="sibTrans" cxnId="{EA996DB0-D3EB-443D-A127-3571143FCEFA}">
      <dgm:prSet/>
      <dgm:spPr/>
      <dgm:t>
        <a:bodyPr/>
        <a:lstStyle/>
        <a:p>
          <a:endParaRPr lang="es-CO"/>
        </a:p>
      </dgm:t>
    </dgm:pt>
    <dgm:pt modelId="{A697A5CA-98D1-4E15-AFC1-EC053769C650}" type="pres">
      <dgm:prSet presAssocID="{ED840D19-28D9-4CFC-9DDB-417F810D2501}" presName="Name0" presStyleCnt="0">
        <dgm:presLayoutVars>
          <dgm:dir/>
          <dgm:resizeHandles val="exact"/>
        </dgm:presLayoutVars>
      </dgm:prSet>
      <dgm:spPr/>
    </dgm:pt>
    <dgm:pt modelId="{A5AF9E60-6FC3-4DDB-BA8E-9B5073A539AE}" type="pres">
      <dgm:prSet presAssocID="{926D604E-97BA-4AEC-926D-55EAD319820D}" presName="node" presStyleLbl="node1" presStyleIdx="0" presStyleCnt="3">
        <dgm:presLayoutVars>
          <dgm:bulletEnabled val="1"/>
        </dgm:presLayoutVars>
      </dgm:prSet>
      <dgm:spPr/>
    </dgm:pt>
    <dgm:pt modelId="{95E439F9-1E52-4A82-9EEF-FD7671B55554}" type="pres">
      <dgm:prSet presAssocID="{F9F1ADC9-51BD-4A15-8C97-8F5852491A22}" presName="sibTrans" presStyleLbl="sibTrans2D1" presStyleIdx="0" presStyleCnt="2"/>
      <dgm:spPr/>
    </dgm:pt>
    <dgm:pt modelId="{3FED1F62-8A01-48D1-8371-ACC3105785C1}" type="pres">
      <dgm:prSet presAssocID="{F9F1ADC9-51BD-4A15-8C97-8F5852491A22}" presName="connectorText" presStyleLbl="sibTrans2D1" presStyleIdx="0" presStyleCnt="2"/>
      <dgm:spPr/>
    </dgm:pt>
    <dgm:pt modelId="{9D7B63D1-1450-4E44-86D1-9AF327B18CE4}" type="pres">
      <dgm:prSet presAssocID="{7AE34AE4-54C1-4FED-A5E0-0EF5532DDDB3}" presName="node" presStyleLbl="node1" presStyleIdx="1" presStyleCnt="3">
        <dgm:presLayoutVars>
          <dgm:bulletEnabled val="1"/>
        </dgm:presLayoutVars>
      </dgm:prSet>
      <dgm:spPr/>
    </dgm:pt>
    <dgm:pt modelId="{C2289917-E0F0-4204-BDF7-18F033316F17}" type="pres">
      <dgm:prSet presAssocID="{D4791FE7-E0F0-4503-A55D-EDAC4A330637}" presName="sibTrans" presStyleLbl="sibTrans2D1" presStyleIdx="1" presStyleCnt="2"/>
      <dgm:spPr/>
    </dgm:pt>
    <dgm:pt modelId="{E901C599-FBA5-474E-89E2-1B57015493B7}" type="pres">
      <dgm:prSet presAssocID="{D4791FE7-E0F0-4503-A55D-EDAC4A330637}" presName="connectorText" presStyleLbl="sibTrans2D1" presStyleIdx="1" presStyleCnt="2"/>
      <dgm:spPr/>
    </dgm:pt>
    <dgm:pt modelId="{90923D0C-DE88-4146-85C5-372DBA0B111B}" type="pres">
      <dgm:prSet presAssocID="{4EAF3835-2B89-424F-9526-8D49A70085D1}" presName="node" presStyleLbl="node1" presStyleIdx="2" presStyleCnt="3">
        <dgm:presLayoutVars>
          <dgm:bulletEnabled val="1"/>
        </dgm:presLayoutVars>
      </dgm:prSet>
      <dgm:spPr/>
    </dgm:pt>
  </dgm:ptLst>
  <dgm:cxnLst>
    <dgm:cxn modelId="{F6EC341D-34AD-4384-8BFD-287A34F74A6C}" type="presOf" srcId="{ED840D19-28D9-4CFC-9DDB-417F810D2501}" destId="{A697A5CA-98D1-4E15-AFC1-EC053769C650}" srcOrd="0" destOrd="0" presId="urn:microsoft.com/office/officeart/2005/8/layout/process1"/>
    <dgm:cxn modelId="{4B426E23-3411-4DBE-B497-DD1B35490485}" type="presOf" srcId="{F9F1ADC9-51BD-4A15-8C97-8F5852491A22}" destId="{3FED1F62-8A01-48D1-8371-ACC3105785C1}" srcOrd="1" destOrd="0" presId="urn:microsoft.com/office/officeart/2005/8/layout/process1"/>
    <dgm:cxn modelId="{06E89F32-34E4-44F4-AE22-D0D0A413E3BF}" srcId="{ED840D19-28D9-4CFC-9DDB-417F810D2501}" destId="{4EAF3835-2B89-424F-9526-8D49A70085D1}" srcOrd="2" destOrd="0" parTransId="{0AA0C5EE-F480-4F96-BB89-40F68AA84E1C}" sibTransId="{07DB45D4-2127-4F68-A86A-A4B38C42100F}"/>
    <dgm:cxn modelId="{53E89386-DB9B-4F53-B447-3455CC14C53D}" type="presOf" srcId="{4EAF3835-2B89-424F-9526-8D49A70085D1}" destId="{90923D0C-DE88-4146-85C5-372DBA0B111B}" srcOrd="0" destOrd="0" presId="urn:microsoft.com/office/officeart/2005/8/layout/process1"/>
    <dgm:cxn modelId="{7F87A88A-331D-4252-97EB-1F64B604AD27}" type="presOf" srcId="{D4791FE7-E0F0-4503-A55D-EDAC4A330637}" destId="{C2289917-E0F0-4204-BDF7-18F033316F17}" srcOrd="0" destOrd="0" presId="urn:microsoft.com/office/officeart/2005/8/layout/process1"/>
    <dgm:cxn modelId="{11E28B9B-9915-468B-A39C-79362680ACF8}" type="presOf" srcId="{926D604E-97BA-4AEC-926D-55EAD319820D}" destId="{A5AF9E60-6FC3-4DDB-BA8E-9B5073A539AE}" srcOrd="0" destOrd="0" presId="urn:microsoft.com/office/officeart/2005/8/layout/process1"/>
    <dgm:cxn modelId="{F076A19C-F774-4D4F-8406-6EA4BA7C9F14}" srcId="{ED840D19-28D9-4CFC-9DDB-417F810D2501}" destId="{926D604E-97BA-4AEC-926D-55EAD319820D}" srcOrd="0" destOrd="0" parTransId="{E7274A6E-AE71-4A04-9029-625AC5BF7231}" sibTransId="{F9F1ADC9-51BD-4A15-8C97-8F5852491A22}"/>
    <dgm:cxn modelId="{CE51D8A3-5972-4543-B530-BB41958E49B9}" type="presOf" srcId="{7AE34AE4-54C1-4FED-A5E0-0EF5532DDDB3}" destId="{9D7B63D1-1450-4E44-86D1-9AF327B18CE4}" srcOrd="0" destOrd="0" presId="urn:microsoft.com/office/officeart/2005/8/layout/process1"/>
    <dgm:cxn modelId="{EA996DB0-D3EB-443D-A127-3571143FCEFA}" srcId="{ED840D19-28D9-4CFC-9DDB-417F810D2501}" destId="{7AE34AE4-54C1-4FED-A5E0-0EF5532DDDB3}" srcOrd="1" destOrd="0" parTransId="{6695B691-7DAC-4221-9E56-19A81EEE6999}" sibTransId="{D4791FE7-E0F0-4503-A55D-EDAC4A330637}"/>
    <dgm:cxn modelId="{E751E5BF-8EDC-471C-969C-D778523B1DFE}" type="presOf" srcId="{D4791FE7-E0F0-4503-A55D-EDAC4A330637}" destId="{E901C599-FBA5-474E-89E2-1B57015493B7}" srcOrd="1" destOrd="0" presId="urn:microsoft.com/office/officeart/2005/8/layout/process1"/>
    <dgm:cxn modelId="{3CBF8BD3-8C1D-42D8-B13B-2DE171B1CC8B}" type="presOf" srcId="{F9F1ADC9-51BD-4A15-8C97-8F5852491A22}" destId="{95E439F9-1E52-4A82-9EEF-FD7671B55554}" srcOrd="0" destOrd="0" presId="urn:microsoft.com/office/officeart/2005/8/layout/process1"/>
    <dgm:cxn modelId="{575E8796-DF4C-4CBD-8445-32AF7C800367}" type="presParOf" srcId="{A697A5CA-98D1-4E15-AFC1-EC053769C650}" destId="{A5AF9E60-6FC3-4DDB-BA8E-9B5073A539AE}" srcOrd="0" destOrd="0" presId="urn:microsoft.com/office/officeart/2005/8/layout/process1"/>
    <dgm:cxn modelId="{4604BB76-8CA3-4C66-B9F8-0276FE717487}" type="presParOf" srcId="{A697A5CA-98D1-4E15-AFC1-EC053769C650}" destId="{95E439F9-1E52-4A82-9EEF-FD7671B55554}" srcOrd="1" destOrd="0" presId="urn:microsoft.com/office/officeart/2005/8/layout/process1"/>
    <dgm:cxn modelId="{35B55139-5D8F-425B-8621-B86724215AAE}" type="presParOf" srcId="{95E439F9-1E52-4A82-9EEF-FD7671B55554}" destId="{3FED1F62-8A01-48D1-8371-ACC3105785C1}" srcOrd="0" destOrd="0" presId="urn:microsoft.com/office/officeart/2005/8/layout/process1"/>
    <dgm:cxn modelId="{61B98570-0576-489A-93C5-A97939F12742}" type="presParOf" srcId="{A697A5CA-98D1-4E15-AFC1-EC053769C650}" destId="{9D7B63D1-1450-4E44-86D1-9AF327B18CE4}" srcOrd="2" destOrd="0" presId="urn:microsoft.com/office/officeart/2005/8/layout/process1"/>
    <dgm:cxn modelId="{BF571B34-7DCF-44CC-9FA7-CD9F583AB108}" type="presParOf" srcId="{A697A5CA-98D1-4E15-AFC1-EC053769C650}" destId="{C2289917-E0F0-4204-BDF7-18F033316F17}" srcOrd="3" destOrd="0" presId="urn:microsoft.com/office/officeart/2005/8/layout/process1"/>
    <dgm:cxn modelId="{482278C7-C42F-47CC-9B40-6CD51B802DCF}" type="presParOf" srcId="{C2289917-E0F0-4204-BDF7-18F033316F17}" destId="{E901C599-FBA5-474E-89E2-1B57015493B7}" srcOrd="0" destOrd="0" presId="urn:microsoft.com/office/officeart/2005/8/layout/process1"/>
    <dgm:cxn modelId="{55A6BC74-75D1-4316-BEC1-061885E26E52}" type="presParOf" srcId="{A697A5CA-98D1-4E15-AFC1-EC053769C650}" destId="{90923D0C-DE88-4146-85C5-372DBA0B111B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0885B0C-3A09-42FD-BB43-D6F911E1EE88}" type="doc">
      <dgm:prSet loTypeId="urn:microsoft.com/office/officeart/2024/3/layout/SimpleTimelineDefaultVariant" loCatId="Timeline" qsTypeId="urn:microsoft.com/office/officeart/2005/8/quickstyle/simple1" qsCatId="simple" csTypeId="urn:microsoft.com/office/officeart/2005/8/colors/SimpleTimelineDefaultColorVariant" csCatId="other" phldr="1"/>
      <dgm:spPr/>
      <dgm:t>
        <a:bodyPr/>
        <a:lstStyle/>
        <a:p>
          <a:endParaRPr lang="es-CO"/>
        </a:p>
      </dgm:t>
    </dgm:pt>
    <dgm:pt modelId="{EE8B228D-FBFB-48C6-AAB7-A2466C47D87C}">
      <dgm:prSet/>
      <dgm:spPr/>
      <dgm:t>
        <a:bodyPr/>
        <a:lstStyle/>
        <a:p>
          <a:pPr>
            <a:defRPr b="1"/>
          </a:pPr>
          <a:r>
            <a:rPr lang="es-CO" dirty="0"/>
            <a:t>W03</a:t>
          </a:r>
        </a:p>
      </dgm:t>
    </dgm:pt>
    <dgm:pt modelId="{D4D84730-9835-455D-AE1F-056B54DADE2A}" type="parTrans" cxnId="{784E1D18-CF03-434E-8B8D-647D0BD4FE63}">
      <dgm:prSet/>
      <dgm:spPr/>
      <dgm:t>
        <a:bodyPr/>
        <a:lstStyle/>
        <a:p>
          <a:endParaRPr lang="es-CO"/>
        </a:p>
      </dgm:t>
    </dgm:pt>
    <dgm:pt modelId="{8BDCEA25-6A1A-4D59-9AD7-16B8E9A71E4E}" type="sibTrans" cxnId="{784E1D18-CF03-434E-8B8D-647D0BD4FE63}">
      <dgm:prSet/>
      <dgm:spPr/>
      <dgm:t>
        <a:bodyPr/>
        <a:lstStyle/>
        <a:p>
          <a:endParaRPr lang="es-CO"/>
        </a:p>
      </dgm:t>
    </dgm:pt>
    <dgm:pt modelId="{1A1BD9AA-ACD2-47DA-B5F2-37E6DA9918C9}">
      <dgm:prSet/>
      <dgm:spPr/>
      <dgm:t>
        <a:bodyPr/>
        <a:lstStyle/>
        <a:p>
          <a:r>
            <a:rPr lang="es-CO" dirty="0"/>
            <a:t>cardinalidad + </a:t>
          </a:r>
          <a:r>
            <a:rPr lang="es-CO" dirty="0" err="1"/>
            <a:t>JOINs</a:t>
          </a:r>
          <a:r>
            <a:rPr lang="es-CO" dirty="0"/>
            <a:t> (JOIN puede inflar filas)</a:t>
          </a:r>
        </a:p>
      </dgm:t>
    </dgm:pt>
    <dgm:pt modelId="{B9CBF6F0-26C6-465C-AFE2-8B228EA03F44}" type="parTrans" cxnId="{598A2ECE-A876-4208-93C5-A100AD40F869}">
      <dgm:prSet/>
      <dgm:spPr/>
      <dgm:t>
        <a:bodyPr/>
        <a:lstStyle/>
        <a:p>
          <a:endParaRPr lang="es-CO"/>
        </a:p>
      </dgm:t>
    </dgm:pt>
    <dgm:pt modelId="{8743065A-D7E7-40D0-B6E5-207FE71DB84B}" type="sibTrans" cxnId="{598A2ECE-A876-4208-93C5-A100AD40F869}">
      <dgm:prSet/>
      <dgm:spPr/>
      <dgm:t>
        <a:bodyPr/>
        <a:lstStyle/>
        <a:p>
          <a:endParaRPr lang="es-CO"/>
        </a:p>
      </dgm:t>
    </dgm:pt>
    <dgm:pt modelId="{6E8AACF8-F5B2-41A9-9CE8-7E6CA8E871FD}">
      <dgm:prSet/>
      <dgm:spPr/>
      <dgm:t>
        <a:bodyPr/>
        <a:lstStyle/>
        <a:p>
          <a:pPr>
            <a:defRPr b="1"/>
          </a:pPr>
          <a:r>
            <a:rPr lang="es-CO" dirty="0"/>
            <a:t>W04A</a:t>
          </a:r>
        </a:p>
      </dgm:t>
    </dgm:pt>
    <dgm:pt modelId="{98577980-A0F0-45CF-8EBE-1012366C765D}" type="parTrans" cxnId="{96418CFE-BB67-4EC5-B1C2-6C0209F2EF31}">
      <dgm:prSet/>
      <dgm:spPr/>
      <dgm:t>
        <a:bodyPr/>
        <a:lstStyle/>
        <a:p>
          <a:endParaRPr lang="es-CO"/>
        </a:p>
      </dgm:t>
    </dgm:pt>
    <dgm:pt modelId="{F2889ACC-041A-46D5-8B02-3C5845612E4D}" type="sibTrans" cxnId="{96418CFE-BB67-4EC5-B1C2-6C0209F2EF31}">
      <dgm:prSet/>
      <dgm:spPr/>
      <dgm:t>
        <a:bodyPr/>
        <a:lstStyle/>
        <a:p>
          <a:endParaRPr lang="es-CO"/>
        </a:p>
      </dgm:t>
    </dgm:pt>
    <dgm:pt modelId="{3E639002-AA2C-479C-BADB-F1A1DE1DBD8B}">
      <dgm:prSet/>
      <dgm:spPr/>
      <dgm:t>
        <a:bodyPr/>
        <a:lstStyle/>
        <a:p>
          <a:r>
            <a:rPr lang="es-CO" dirty="0"/>
            <a:t>Contrato + </a:t>
          </a:r>
          <a:r>
            <a:rPr lang="es-CO" dirty="0" err="1"/>
            <a:t>checks</a:t>
          </a:r>
          <a:r>
            <a:rPr lang="es-CO" dirty="0"/>
            <a:t> mínimos (evitar desastre)</a:t>
          </a:r>
        </a:p>
      </dgm:t>
    </dgm:pt>
    <dgm:pt modelId="{4D247483-82D5-4956-9226-8E659B0FA378}" type="parTrans" cxnId="{FC09212A-AE9B-49EE-8A79-E6867FDF8F3A}">
      <dgm:prSet/>
      <dgm:spPr/>
      <dgm:t>
        <a:bodyPr/>
        <a:lstStyle/>
        <a:p>
          <a:endParaRPr lang="es-CO"/>
        </a:p>
      </dgm:t>
    </dgm:pt>
    <dgm:pt modelId="{B2C9ED51-20C0-48E7-8FA7-D827EF5C8EEF}" type="sibTrans" cxnId="{FC09212A-AE9B-49EE-8A79-E6867FDF8F3A}">
      <dgm:prSet/>
      <dgm:spPr/>
      <dgm:t>
        <a:bodyPr/>
        <a:lstStyle/>
        <a:p>
          <a:endParaRPr lang="es-CO"/>
        </a:p>
      </dgm:t>
    </dgm:pt>
    <dgm:pt modelId="{7E33D50E-D66C-4928-AABF-DE6DF083AA09}">
      <dgm:prSet/>
      <dgm:spPr/>
      <dgm:t>
        <a:bodyPr/>
        <a:lstStyle/>
        <a:p>
          <a:pPr>
            <a:defRPr b="1"/>
          </a:pPr>
          <a:r>
            <a:rPr lang="es-CO" dirty="0"/>
            <a:t>W04B</a:t>
          </a:r>
        </a:p>
      </dgm:t>
    </dgm:pt>
    <dgm:pt modelId="{21DA77F0-1AF4-4BA5-B496-BF226B726D7B}" type="parTrans" cxnId="{AE33C277-0CA7-4428-AC08-0DC8A4C3BFC9}">
      <dgm:prSet/>
      <dgm:spPr/>
      <dgm:t>
        <a:bodyPr/>
        <a:lstStyle/>
        <a:p>
          <a:endParaRPr lang="es-CO"/>
        </a:p>
      </dgm:t>
    </dgm:pt>
    <dgm:pt modelId="{DD1122D7-6FC9-4383-A039-F62A858BE60D}" type="sibTrans" cxnId="{AE33C277-0CA7-4428-AC08-0DC8A4C3BFC9}">
      <dgm:prSet/>
      <dgm:spPr/>
      <dgm:t>
        <a:bodyPr/>
        <a:lstStyle/>
        <a:p>
          <a:endParaRPr lang="es-CO"/>
        </a:p>
      </dgm:t>
    </dgm:pt>
    <dgm:pt modelId="{F8DB154E-F7ED-4889-8E69-3B12746E4243}">
      <dgm:prSet/>
      <dgm:spPr/>
      <dgm:t>
        <a:bodyPr/>
        <a:lstStyle/>
        <a:p>
          <a:r>
            <a:rPr lang="es-CO" dirty="0"/>
            <a:t>Materializamos Silver + primeras vistas de Gold</a:t>
          </a:r>
        </a:p>
      </dgm:t>
    </dgm:pt>
    <dgm:pt modelId="{A161BB7C-E09E-42DA-9C7A-EAA43C9DAF1F}" type="parTrans" cxnId="{4F764C0E-9E6C-4839-B026-CB9210628395}">
      <dgm:prSet/>
      <dgm:spPr/>
      <dgm:t>
        <a:bodyPr/>
        <a:lstStyle/>
        <a:p>
          <a:endParaRPr lang="es-CO"/>
        </a:p>
      </dgm:t>
    </dgm:pt>
    <dgm:pt modelId="{0AED3A82-B436-4B73-8F2A-74A52A358734}" type="sibTrans" cxnId="{4F764C0E-9E6C-4839-B026-CB9210628395}">
      <dgm:prSet/>
      <dgm:spPr/>
      <dgm:t>
        <a:bodyPr/>
        <a:lstStyle/>
        <a:p>
          <a:endParaRPr lang="es-CO"/>
        </a:p>
      </dgm:t>
    </dgm:pt>
    <dgm:pt modelId="{DB45C951-FC22-47D7-A24F-969B4A37F170}" type="pres">
      <dgm:prSet presAssocID="{70885B0C-3A09-42FD-BB43-D6F911E1EE88}" presName="root" presStyleCnt="0">
        <dgm:presLayoutVars>
          <dgm:chMax/>
          <dgm:chPref/>
          <dgm:animLvl val="lvl"/>
        </dgm:presLayoutVars>
      </dgm:prSet>
      <dgm:spPr/>
    </dgm:pt>
    <dgm:pt modelId="{84B9B70C-0D0C-4EB2-B833-A1CD35BBBCED}" type="pres">
      <dgm:prSet presAssocID="{70885B0C-3A09-42FD-BB43-D6F911E1EE88}" presName="divider" presStyleLbl="alignAcc1" presStyleIdx="0" presStyleCnt="1"/>
      <dgm:spPr>
        <a:solidFill>
          <a:schemeClr val="dk2">
            <a:alpha val="90000"/>
            <a:hueOff val="0"/>
            <a:satOff val="0"/>
            <a:lumOff val="0"/>
            <a:alphaOff val="0"/>
          </a:schemeClr>
        </a:solidFill>
        <a:ln w="12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 w="med" len="med"/>
        </a:ln>
        <a:effectLst/>
      </dgm:spPr>
    </dgm:pt>
    <dgm:pt modelId="{9DC394CE-DC73-4A42-813C-A635E5F07312}" type="pres">
      <dgm:prSet presAssocID="{70885B0C-3A09-42FD-BB43-D6F911E1EE88}" presName="nodes" presStyleCnt="0">
        <dgm:presLayoutVars>
          <dgm:chMax/>
          <dgm:chPref/>
          <dgm:animLvl val="lvl"/>
        </dgm:presLayoutVars>
      </dgm:prSet>
      <dgm:spPr/>
    </dgm:pt>
    <dgm:pt modelId="{49F2D53B-40D3-44C2-ABB1-B2FE766D1B7B}" type="pres">
      <dgm:prSet presAssocID="{EE8B228D-FBFB-48C6-AAB7-A2466C47D87C}" presName="composite" presStyleCnt="0"/>
      <dgm:spPr/>
    </dgm:pt>
    <dgm:pt modelId="{59F2D609-6D5B-44D2-AA9D-88C005A67C59}" type="pres">
      <dgm:prSet presAssocID="{EE8B228D-FBFB-48C6-AAB7-A2466C47D87C}" presName="ConnectorPoint" presStyleLbl="lnNode1" presStyleIdx="0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93D5FF2C-7315-45D4-830A-2EBE12FA0DAE}" type="pres">
      <dgm:prSet presAssocID="{EE8B228D-FBFB-48C6-AAB7-A2466C47D87C}" presName="DropPinPlaceHolder" presStyleCnt="0"/>
      <dgm:spPr/>
    </dgm:pt>
    <dgm:pt modelId="{B3BEF316-6105-4ED3-89F2-381B35DB4A18}" type="pres">
      <dgm:prSet presAssocID="{EE8B228D-FBFB-48C6-AAB7-A2466C47D87C}" presName="DropPin" presStyleLbl="alignNode1" presStyleIdx="0" presStyleCnt="6"/>
      <dgm:spPr/>
    </dgm:pt>
    <dgm:pt modelId="{B876C302-9C47-473D-8FEE-17CB89800A28}" type="pres">
      <dgm:prSet presAssocID="{EE8B228D-FBFB-48C6-AAB7-A2466C47D87C}" presName="Ellipse" presStyleLbl="fgAcc1" presStyleIdx="0" presStyleCnt="3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66ADB1A5-9D8C-4A8F-888E-A2D7E92F0C93}" type="pres">
      <dgm:prSet presAssocID="{EE8B228D-FBFB-48C6-AAB7-A2466C47D87C}" presName="L2TextContainer" presStyleLbl="revTx" presStyleIdx="0" presStyleCnt="3">
        <dgm:presLayoutVars>
          <dgm:bulletEnabled val="1"/>
        </dgm:presLayoutVars>
      </dgm:prSet>
      <dgm:spPr/>
    </dgm:pt>
    <dgm:pt modelId="{36ABBA24-4ADC-4F87-956A-62FA3392E030}" type="pres">
      <dgm:prSet presAssocID="{EE8B228D-FBFB-48C6-AAB7-A2466C47D87C}" presName="L1TextContainer" presStyleLbl="alignNode1" presStyleIdx="1" presStyleCnt="6">
        <dgm:presLayoutVars>
          <dgm:chMax val="1"/>
          <dgm:chPref val="1"/>
          <dgm:bulletEnabled val="1"/>
        </dgm:presLayoutVars>
      </dgm:prSet>
      <dgm:spPr/>
    </dgm:pt>
    <dgm:pt modelId="{7AF02FAF-ED90-4B5C-A47F-9483DBB959F1}" type="pres">
      <dgm:prSet presAssocID="{EE8B228D-FBFB-48C6-AAB7-A2466C47D87C}" presName="ConnectLine" presStyleLbl="sibTrans1D1" presStyleIdx="0" presStyleCnt="3"/>
      <dgm:spPr/>
    </dgm:pt>
    <dgm:pt modelId="{E2429E1D-4E2E-4210-A82F-50F21FBC3C3E}" type="pres">
      <dgm:prSet presAssocID="{EE8B228D-FBFB-48C6-AAB7-A2466C47D87C}" presName="EmptyPlaceHolder" presStyleCnt="0"/>
      <dgm:spPr/>
    </dgm:pt>
    <dgm:pt modelId="{91045DF0-363F-4E5F-B193-140B7FBEDDA4}" type="pres">
      <dgm:prSet presAssocID="{8BDCEA25-6A1A-4D59-9AD7-16B8E9A71E4E}" presName="spaceBetweenRectangles" presStyleCnt="0"/>
      <dgm:spPr/>
    </dgm:pt>
    <dgm:pt modelId="{C7105B24-5CEE-4BA4-BF1C-4FF58C96C783}" type="pres">
      <dgm:prSet presAssocID="{6E8AACF8-F5B2-41A9-9CE8-7E6CA8E871FD}" presName="composite" presStyleCnt="0"/>
      <dgm:spPr/>
    </dgm:pt>
    <dgm:pt modelId="{6E3A6B0D-FF8D-4587-B422-3CDC853ED20F}" type="pres">
      <dgm:prSet presAssocID="{6E8AACF8-F5B2-41A9-9CE8-7E6CA8E871FD}" presName="ConnectorPoint" presStyleLbl="lnNode1" presStyleIdx="1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15B80161-DD69-46BD-B1A2-279609D6EA17}" type="pres">
      <dgm:prSet presAssocID="{6E8AACF8-F5B2-41A9-9CE8-7E6CA8E871FD}" presName="DropPinPlaceHolder" presStyleCnt="0"/>
      <dgm:spPr/>
    </dgm:pt>
    <dgm:pt modelId="{523DC91C-888E-4FBD-9A4C-68CD0A1150DA}" type="pres">
      <dgm:prSet presAssocID="{6E8AACF8-F5B2-41A9-9CE8-7E6CA8E871FD}" presName="DropPin" presStyleLbl="alignNode1" presStyleIdx="2" presStyleCnt="6"/>
      <dgm:spPr/>
    </dgm:pt>
    <dgm:pt modelId="{6259EF90-1C26-4E8F-A161-3E41D1148174}" type="pres">
      <dgm:prSet presAssocID="{6E8AACF8-F5B2-41A9-9CE8-7E6CA8E871FD}" presName="Ellipse" presStyleLbl="fgAcc1" presStyleIdx="1" presStyleCnt="3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AEA0BB2A-3394-47EC-8251-52794EE5EAD9}" type="pres">
      <dgm:prSet presAssocID="{6E8AACF8-F5B2-41A9-9CE8-7E6CA8E871FD}" presName="L2TextContainer" presStyleLbl="revTx" presStyleIdx="1" presStyleCnt="3">
        <dgm:presLayoutVars>
          <dgm:bulletEnabled val="1"/>
        </dgm:presLayoutVars>
      </dgm:prSet>
      <dgm:spPr/>
    </dgm:pt>
    <dgm:pt modelId="{FC2FAE7B-717B-4C54-BC3B-3754C45D729D}" type="pres">
      <dgm:prSet presAssocID="{6E8AACF8-F5B2-41A9-9CE8-7E6CA8E871FD}" presName="L1TextContainer" presStyleLbl="alignNode1" presStyleIdx="3" presStyleCnt="6">
        <dgm:presLayoutVars>
          <dgm:chMax val="1"/>
          <dgm:chPref val="1"/>
          <dgm:bulletEnabled val="1"/>
        </dgm:presLayoutVars>
      </dgm:prSet>
      <dgm:spPr/>
    </dgm:pt>
    <dgm:pt modelId="{9A7699B0-AE5E-4FFB-A609-026B519C7E88}" type="pres">
      <dgm:prSet presAssocID="{6E8AACF8-F5B2-41A9-9CE8-7E6CA8E871FD}" presName="ConnectLine" presStyleLbl="sibTrans1D1" presStyleIdx="1" presStyleCnt="3"/>
      <dgm:spPr/>
    </dgm:pt>
    <dgm:pt modelId="{64B76A15-257B-494D-A2CB-42E3F224D682}" type="pres">
      <dgm:prSet presAssocID="{6E8AACF8-F5B2-41A9-9CE8-7E6CA8E871FD}" presName="EmptyPlaceHolder" presStyleCnt="0"/>
      <dgm:spPr/>
    </dgm:pt>
    <dgm:pt modelId="{953DBD93-E3AC-47B9-B322-7108E1D34CAB}" type="pres">
      <dgm:prSet presAssocID="{F2889ACC-041A-46D5-8B02-3C5845612E4D}" presName="spaceBetweenRectangles" presStyleCnt="0"/>
      <dgm:spPr/>
    </dgm:pt>
    <dgm:pt modelId="{43299AC5-017F-46DC-A132-4652F7D6985B}" type="pres">
      <dgm:prSet presAssocID="{7E33D50E-D66C-4928-AABF-DE6DF083AA09}" presName="composite" presStyleCnt="0"/>
      <dgm:spPr/>
    </dgm:pt>
    <dgm:pt modelId="{A7328E31-E9EB-4A60-86EE-26596891A442}" type="pres">
      <dgm:prSet presAssocID="{7E33D50E-D66C-4928-AABF-DE6DF083AA09}" presName="ConnectorPoint" presStyleLbl="lnNode1" presStyleIdx="2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F28FB908-2E1F-4E9D-9EB9-2CFED63687AB}" type="pres">
      <dgm:prSet presAssocID="{7E33D50E-D66C-4928-AABF-DE6DF083AA09}" presName="DropPinPlaceHolder" presStyleCnt="0"/>
      <dgm:spPr/>
    </dgm:pt>
    <dgm:pt modelId="{A2404C55-CB71-4CAB-8DF0-DA091360D5F3}" type="pres">
      <dgm:prSet presAssocID="{7E33D50E-D66C-4928-AABF-DE6DF083AA09}" presName="DropPin" presStyleLbl="alignNode1" presStyleIdx="4" presStyleCnt="6"/>
      <dgm:spPr/>
    </dgm:pt>
    <dgm:pt modelId="{521A51D1-BE90-4D1B-8470-ACACFB455DF9}" type="pres">
      <dgm:prSet presAssocID="{7E33D50E-D66C-4928-AABF-DE6DF083AA09}" presName="Ellipse" presStyleLbl="fgAcc1" presStyleIdx="2" presStyleCnt="3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3A3A50A6-2F26-4C76-AC92-96315A34C452}" type="pres">
      <dgm:prSet presAssocID="{7E33D50E-D66C-4928-AABF-DE6DF083AA09}" presName="L2TextContainer" presStyleLbl="revTx" presStyleIdx="2" presStyleCnt="3">
        <dgm:presLayoutVars>
          <dgm:bulletEnabled val="1"/>
        </dgm:presLayoutVars>
      </dgm:prSet>
      <dgm:spPr/>
    </dgm:pt>
    <dgm:pt modelId="{CE0EC0AA-39DF-48FD-AFB5-32D2409C931D}" type="pres">
      <dgm:prSet presAssocID="{7E33D50E-D66C-4928-AABF-DE6DF083AA09}" presName="L1TextContainer" presStyleLbl="alignNode1" presStyleIdx="5" presStyleCnt="6">
        <dgm:presLayoutVars>
          <dgm:chMax val="1"/>
          <dgm:chPref val="1"/>
          <dgm:bulletEnabled val="1"/>
        </dgm:presLayoutVars>
      </dgm:prSet>
      <dgm:spPr/>
    </dgm:pt>
    <dgm:pt modelId="{845D6221-A25A-42C1-A26F-2A16061A448D}" type="pres">
      <dgm:prSet presAssocID="{7E33D50E-D66C-4928-AABF-DE6DF083AA09}" presName="ConnectLine" presStyleLbl="sibTrans1D1" presStyleIdx="2" presStyleCnt="3"/>
      <dgm:spPr/>
    </dgm:pt>
    <dgm:pt modelId="{83579755-4298-4868-A21C-4EDB8C52F0C7}" type="pres">
      <dgm:prSet presAssocID="{7E33D50E-D66C-4928-AABF-DE6DF083AA09}" presName="EmptyPlaceHolder" presStyleCnt="0"/>
      <dgm:spPr/>
    </dgm:pt>
  </dgm:ptLst>
  <dgm:cxnLst>
    <dgm:cxn modelId="{4F764C0E-9E6C-4839-B026-CB9210628395}" srcId="{7E33D50E-D66C-4928-AABF-DE6DF083AA09}" destId="{F8DB154E-F7ED-4889-8E69-3B12746E4243}" srcOrd="0" destOrd="0" parTransId="{A161BB7C-E09E-42DA-9C7A-EAA43C9DAF1F}" sibTransId="{0AED3A82-B436-4B73-8F2A-74A52A358734}"/>
    <dgm:cxn modelId="{5738D10F-AC5F-43CA-A876-0AC8282F666A}" type="presOf" srcId="{1A1BD9AA-ACD2-47DA-B5F2-37E6DA9918C9}" destId="{66ADB1A5-9D8C-4A8F-888E-A2D7E92F0C93}" srcOrd="0" destOrd="0" presId="urn:microsoft.com/office/officeart/2024/3/layout/SimpleTimelineDefaultVariant"/>
    <dgm:cxn modelId="{784E1D18-CF03-434E-8B8D-647D0BD4FE63}" srcId="{70885B0C-3A09-42FD-BB43-D6F911E1EE88}" destId="{EE8B228D-FBFB-48C6-AAB7-A2466C47D87C}" srcOrd="0" destOrd="0" parTransId="{D4D84730-9835-455D-AE1F-056B54DADE2A}" sibTransId="{8BDCEA25-6A1A-4D59-9AD7-16B8E9A71E4E}"/>
    <dgm:cxn modelId="{DC2A561C-9F2D-4714-ADD5-8C4A721D7176}" type="presOf" srcId="{70885B0C-3A09-42FD-BB43-D6F911E1EE88}" destId="{DB45C951-FC22-47D7-A24F-969B4A37F170}" srcOrd="0" destOrd="0" presId="urn:microsoft.com/office/officeart/2024/3/layout/SimpleTimelineDefaultVariant"/>
    <dgm:cxn modelId="{FC09212A-AE9B-49EE-8A79-E6867FDF8F3A}" srcId="{6E8AACF8-F5B2-41A9-9CE8-7E6CA8E871FD}" destId="{3E639002-AA2C-479C-BADB-F1A1DE1DBD8B}" srcOrd="0" destOrd="0" parTransId="{4D247483-82D5-4956-9226-8E659B0FA378}" sibTransId="{B2C9ED51-20C0-48E7-8FA7-D827EF5C8EEF}"/>
    <dgm:cxn modelId="{C8AB3D37-F7A4-4E14-8E49-E1BCB7CB3761}" type="presOf" srcId="{7E33D50E-D66C-4928-AABF-DE6DF083AA09}" destId="{CE0EC0AA-39DF-48FD-AFB5-32D2409C931D}" srcOrd="0" destOrd="0" presId="urn:microsoft.com/office/officeart/2024/3/layout/SimpleTimelineDefaultVariant"/>
    <dgm:cxn modelId="{F9D8324B-57E3-477B-9D8F-F9ABB8E6BD44}" type="presOf" srcId="{F8DB154E-F7ED-4889-8E69-3B12746E4243}" destId="{3A3A50A6-2F26-4C76-AC92-96315A34C452}" srcOrd="0" destOrd="0" presId="urn:microsoft.com/office/officeart/2024/3/layout/SimpleTimelineDefaultVariant"/>
    <dgm:cxn modelId="{F3F5EC6B-D078-4494-B336-5E6ECF290314}" type="presOf" srcId="{3E639002-AA2C-479C-BADB-F1A1DE1DBD8B}" destId="{AEA0BB2A-3394-47EC-8251-52794EE5EAD9}" srcOrd="0" destOrd="0" presId="urn:microsoft.com/office/officeart/2024/3/layout/SimpleTimelineDefaultVariant"/>
    <dgm:cxn modelId="{AE33C277-0CA7-4428-AC08-0DC8A4C3BFC9}" srcId="{70885B0C-3A09-42FD-BB43-D6F911E1EE88}" destId="{7E33D50E-D66C-4928-AABF-DE6DF083AA09}" srcOrd="2" destOrd="0" parTransId="{21DA77F0-1AF4-4BA5-B496-BF226B726D7B}" sibTransId="{DD1122D7-6FC9-4383-A039-F62A858BE60D}"/>
    <dgm:cxn modelId="{598A2ECE-A876-4208-93C5-A100AD40F869}" srcId="{EE8B228D-FBFB-48C6-AAB7-A2466C47D87C}" destId="{1A1BD9AA-ACD2-47DA-B5F2-37E6DA9918C9}" srcOrd="0" destOrd="0" parTransId="{B9CBF6F0-26C6-465C-AFE2-8B228EA03F44}" sibTransId="{8743065A-D7E7-40D0-B6E5-207FE71DB84B}"/>
    <dgm:cxn modelId="{4E674BE5-21D1-4CC0-B90A-87ACC4F9B5F7}" type="presOf" srcId="{6E8AACF8-F5B2-41A9-9CE8-7E6CA8E871FD}" destId="{FC2FAE7B-717B-4C54-BC3B-3754C45D729D}" srcOrd="0" destOrd="0" presId="urn:microsoft.com/office/officeart/2024/3/layout/SimpleTimelineDefaultVariant"/>
    <dgm:cxn modelId="{001C23F3-1B5D-4DA5-83DA-4B7760030D14}" type="presOf" srcId="{EE8B228D-FBFB-48C6-AAB7-A2466C47D87C}" destId="{36ABBA24-4ADC-4F87-956A-62FA3392E030}" srcOrd="0" destOrd="0" presId="urn:microsoft.com/office/officeart/2024/3/layout/SimpleTimelineDefaultVariant"/>
    <dgm:cxn modelId="{96418CFE-BB67-4EC5-B1C2-6C0209F2EF31}" srcId="{70885B0C-3A09-42FD-BB43-D6F911E1EE88}" destId="{6E8AACF8-F5B2-41A9-9CE8-7E6CA8E871FD}" srcOrd="1" destOrd="0" parTransId="{98577980-A0F0-45CF-8EBE-1012366C765D}" sibTransId="{F2889ACC-041A-46D5-8B02-3C5845612E4D}"/>
    <dgm:cxn modelId="{707EA776-5423-4993-B744-24BB2D60BA01}" type="presParOf" srcId="{DB45C951-FC22-47D7-A24F-969B4A37F170}" destId="{84B9B70C-0D0C-4EB2-B833-A1CD35BBBCED}" srcOrd="0" destOrd="0" presId="urn:microsoft.com/office/officeart/2024/3/layout/SimpleTimelineDefaultVariant"/>
    <dgm:cxn modelId="{D2E823A9-B861-42B8-92EB-819F3866A708}" type="presParOf" srcId="{DB45C951-FC22-47D7-A24F-969B4A37F170}" destId="{9DC394CE-DC73-4A42-813C-A635E5F07312}" srcOrd="1" destOrd="0" presId="urn:microsoft.com/office/officeart/2024/3/layout/SimpleTimelineDefaultVariant"/>
    <dgm:cxn modelId="{3BC0B4B7-85FC-48B8-B0AC-1B62DA0338A2}" type="presParOf" srcId="{9DC394CE-DC73-4A42-813C-A635E5F07312}" destId="{49F2D53B-40D3-44C2-ABB1-B2FE766D1B7B}" srcOrd="0" destOrd="0" presId="urn:microsoft.com/office/officeart/2024/3/layout/SimpleTimelineDefaultVariant"/>
    <dgm:cxn modelId="{7F52C08C-5265-4349-A66D-5CFBAEE1AD85}" type="presParOf" srcId="{49F2D53B-40D3-44C2-ABB1-B2FE766D1B7B}" destId="{59F2D609-6D5B-44D2-AA9D-88C005A67C59}" srcOrd="0" destOrd="0" presId="urn:microsoft.com/office/officeart/2024/3/layout/SimpleTimelineDefaultVariant"/>
    <dgm:cxn modelId="{918D8E93-FD1D-4F80-A922-421896B3CA45}" type="presParOf" srcId="{49F2D53B-40D3-44C2-ABB1-B2FE766D1B7B}" destId="{93D5FF2C-7315-45D4-830A-2EBE12FA0DAE}" srcOrd="1" destOrd="0" presId="urn:microsoft.com/office/officeart/2024/3/layout/SimpleTimelineDefaultVariant"/>
    <dgm:cxn modelId="{79837507-03AE-444C-B7FC-643DBD526F5E}" type="presParOf" srcId="{93D5FF2C-7315-45D4-830A-2EBE12FA0DAE}" destId="{B3BEF316-6105-4ED3-89F2-381B35DB4A18}" srcOrd="0" destOrd="0" presId="urn:microsoft.com/office/officeart/2024/3/layout/SimpleTimelineDefaultVariant"/>
    <dgm:cxn modelId="{03B76F85-EDA0-4C0F-8EC8-95B8785D3204}" type="presParOf" srcId="{93D5FF2C-7315-45D4-830A-2EBE12FA0DAE}" destId="{B876C302-9C47-473D-8FEE-17CB89800A28}" srcOrd="1" destOrd="0" presId="urn:microsoft.com/office/officeart/2024/3/layout/SimpleTimelineDefaultVariant"/>
    <dgm:cxn modelId="{CFD9FA57-5F98-4342-8471-38084451F65B}" type="presParOf" srcId="{49F2D53B-40D3-44C2-ABB1-B2FE766D1B7B}" destId="{66ADB1A5-9D8C-4A8F-888E-A2D7E92F0C93}" srcOrd="2" destOrd="0" presId="urn:microsoft.com/office/officeart/2024/3/layout/SimpleTimelineDefaultVariant"/>
    <dgm:cxn modelId="{57EA0C3B-86F2-494C-B069-D4CCD33BA329}" type="presParOf" srcId="{49F2D53B-40D3-44C2-ABB1-B2FE766D1B7B}" destId="{36ABBA24-4ADC-4F87-956A-62FA3392E030}" srcOrd="3" destOrd="0" presId="urn:microsoft.com/office/officeart/2024/3/layout/SimpleTimelineDefaultVariant"/>
    <dgm:cxn modelId="{0F9D89AF-61FD-4050-9A11-99B0C239039D}" type="presParOf" srcId="{49F2D53B-40D3-44C2-ABB1-B2FE766D1B7B}" destId="{7AF02FAF-ED90-4B5C-A47F-9483DBB959F1}" srcOrd="4" destOrd="0" presId="urn:microsoft.com/office/officeart/2024/3/layout/SimpleTimelineDefaultVariant"/>
    <dgm:cxn modelId="{57AB2EFD-4341-47F0-8F4A-8BB97C248BC2}" type="presParOf" srcId="{49F2D53B-40D3-44C2-ABB1-B2FE766D1B7B}" destId="{E2429E1D-4E2E-4210-A82F-50F21FBC3C3E}" srcOrd="5" destOrd="0" presId="urn:microsoft.com/office/officeart/2024/3/layout/SimpleTimelineDefaultVariant"/>
    <dgm:cxn modelId="{0A19BA13-9AC5-445C-9579-C1070F2CA532}" type="presParOf" srcId="{9DC394CE-DC73-4A42-813C-A635E5F07312}" destId="{91045DF0-363F-4E5F-B193-140B7FBEDDA4}" srcOrd="1" destOrd="0" presId="urn:microsoft.com/office/officeart/2024/3/layout/SimpleTimelineDefaultVariant"/>
    <dgm:cxn modelId="{A464B738-40B4-4A7B-A781-A170F9F0F650}" type="presParOf" srcId="{9DC394CE-DC73-4A42-813C-A635E5F07312}" destId="{C7105B24-5CEE-4BA4-BF1C-4FF58C96C783}" srcOrd="2" destOrd="0" presId="urn:microsoft.com/office/officeart/2024/3/layout/SimpleTimelineDefaultVariant"/>
    <dgm:cxn modelId="{2D52CDCC-93C9-41A3-9AE6-A69B3502B16F}" type="presParOf" srcId="{C7105B24-5CEE-4BA4-BF1C-4FF58C96C783}" destId="{6E3A6B0D-FF8D-4587-B422-3CDC853ED20F}" srcOrd="0" destOrd="0" presId="urn:microsoft.com/office/officeart/2024/3/layout/SimpleTimelineDefaultVariant"/>
    <dgm:cxn modelId="{634EF6CF-62AC-46D9-B3F3-56C745C464CD}" type="presParOf" srcId="{C7105B24-5CEE-4BA4-BF1C-4FF58C96C783}" destId="{15B80161-DD69-46BD-B1A2-279609D6EA17}" srcOrd="1" destOrd="0" presId="urn:microsoft.com/office/officeart/2024/3/layout/SimpleTimelineDefaultVariant"/>
    <dgm:cxn modelId="{3CC3052A-6937-4B1F-A316-67280AA61E35}" type="presParOf" srcId="{15B80161-DD69-46BD-B1A2-279609D6EA17}" destId="{523DC91C-888E-4FBD-9A4C-68CD0A1150DA}" srcOrd="0" destOrd="0" presId="urn:microsoft.com/office/officeart/2024/3/layout/SimpleTimelineDefaultVariant"/>
    <dgm:cxn modelId="{2C4338F1-9FCE-4597-B3C3-DC6946AA0228}" type="presParOf" srcId="{15B80161-DD69-46BD-B1A2-279609D6EA17}" destId="{6259EF90-1C26-4E8F-A161-3E41D1148174}" srcOrd="1" destOrd="0" presId="urn:microsoft.com/office/officeart/2024/3/layout/SimpleTimelineDefaultVariant"/>
    <dgm:cxn modelId="{F405426A-4A45-4795-8DFB-784C1A519C64}" type="presParOf" srcId="{C7105B24-5CEE-4BA4-BF1C-4FF58C96C783}" destId="{AEA0BB2A-3394-47EC-8251-52794EE5EAD9}" srcOrd="2" destOrd="0" presId="urn:microsoft.com/office/officeart/2024/3/layout/SimpleTimelineDefaultVariant"/>
    <dgm:cxn modelId="{4EF11689-EB33-4C82-A474-F68E72502D04}" type="presParOf" srcId="{C7105B24-5CEE-4BA4-BF1C-4FF58C96C783}" destId="{FC2FAE7B-717B-4C54-BC3B-3754C45D729D}" srcOrd="3" destOrd="0" presId="urn:microsoft.com/office/officeart/2024/3/layout/SimpleTimelineDefaultVariant"/>
    <dgm:cxn modelId="{114024A2-0957-44B8-A632-E2EF599C066D}" type="presParOf" srcId="{C7105B24-5CEE-4BA4-BF1C-4FF58C96C783}" destId="{9A7699B0-AE5E-4FFB-A609-026B519C7E88}" srcOrd="4" destOrd="0" presId="urn:microsoft.com/office/officeart/2024/3/layout/SimpleTimelineDefaultVariant"/>
    <dgm:cxn modelId="{1511E73E-64B4-4F4B-A789-A7DB92BEC6E6}" type="presParOf" srcId="{C7105B24-5CEE-4BA4-BF1C-4FF58C96C783}" destId="{64B76A15-257B-494D-A2CB-42E3F224D682}" srcOrd="5" destOrd="0" presId="urn:microsoft.com/office/officeart/2024/3/layout/SimpleTimelineDefaultVariant"/>
    <dgm:cxn modelId="{2F185A68-43C5-4D96-BC6B-D2965062EE01}" type="presParOf" srcId="{9DC394CE-DC73-4A42-813C-A635E5F07312}" destId="{953DBD93-E3AC-47B9-B322-7108E1D34CAB}" srcOrd="3" destOrd="0" presId="urn:microsoft.com/office/officeart/2024/3/layout/SimpleTimelineDefaultVariant"/>
    <dgm:cxn modelId="{1FAA39C3-97E1-418A-BFE8-403BDCF0AF0E}" type="presParOf" srcId="{9DC394CE-DC73-4A42-813C-A635E5F07312}" destId="{43299AC5-017F-46DC-A132-4652F7D6985B}" srcOrd="4" destOrd="0" presId="urn:microsoft.com/office/officeart/2024/3/layout/SimpleTimelineDefaultVariant"/>
    <dgm:cxn modelId="{3D0AF375-6A7F-4A86-AFCE-122521052234}" type="presParOf" srcId="{43299AC5-017F-46DC-A132-4652F7D6985B}" destId="{A7328E31-E9EB-4A60-86EE-26596891A442}" srcOrd="0" destOrd="0" presId="urn:microsoft.com/office/officeart/2024/3/layout/SimpleTimelineDefaultVariant"/>
    <dgm:cxn modelId="{06640AF9-629D-40A4-9402-381EF457EDF2}" type="presParOf" srcId="{43299AC5-017F-46DC-A132-4652F7D6985B}" destId="{F28FB908-2E1F-4E9D-9EB9-2CFED63687AB}" srcOrd="1" destOrd="0" presId="urn:microsoft.com/office/officeart/2024/3/layout/SimpleTimelineDefaultVariant"/>
    <dgm:cxn modelId="{085A0B47-AD04-4A56-8118-BFD7E48E4A8F}" type="presParOf" srcId="{F28FB908-2E1F-4E9D-9EB9-2CFED63687AB}" destId="{A2404C55-CB71-4CAB-8DF0-DA091360D5F3}" srcOrd="0" destOrd="0" presId="urn:microsoft.com/office/officeart/2024/3/layout/SimpleTimelineDefaultVariant"/>
    <dgm:cxn modelId="{3EDA5D07-06BA-4CC0-A73D-C927716790AE}" type="presParOf" srcId="{F28FB908-2E1F-4E9D-9EB9-2CFED63687AB}" destId="{521A51D1-BE90-4D1B-8470-ACACFB455DF9}" srcOrd="1" destOrd="0" presId="urn:microsoft.com/office/officeart/2024/3/layout/SimpleTimelineDefaultVariant"/>
    <dgm:cxn modelId="{8374A909-FDDC-4633-99BF-EFBB58929116}" type="presParOf" srcId="{43299AC5-017F-46DC-A132-4652F7D6985B}" destId="{3A3A50A6-2F26-4C76-AC92-96315A34C452}" srcOrd="2" destOrd="0" presId="urn:microsoft.com/office/officeart/2024/3/layout/SimpleTimelineDefaultVariant"/>
    <dgm:cxn modelId="{07276CDA-0C69-4A17-B2AA-0E711EDDC9D0}" type="presParOf" srcId="{43299AC5-017F-46DC-A132-4652F7D6985B}" destId="{CE0EC0AA-39DF-48FD-AFB5-32D2409C931D}" srcOrd="3" destOrd="0" presId="urn:microsoft.com/office/officeart/2024/3/layout/SimpleTimelineDefaultVariant"/>
    <dgm:cxn modelId="{C0F8CC8B-CDD8-4AC1-9943-5A17AF63C3EC}" type="presParOf" srcId="{43299AC5-017F-46DC-A132-4652F7D6985B}" destId="{845D6221-A25A-42C1-A26F-2A16061A448D}" srcOrd="4" destOrd="0" presId="urn:microsoft.com/office/officeart/2024/3/layout/SimpleTimelineDefaultVariant"/>
    <dgm:cxn modelId="{6E9732D9-F69A-4006-B1F2-2CBB50F2E621}" type="presParOf" srcId="{43299AC5-017F-46DC-A132-4652F7D6985B}" destId="{83579755-4298-4868-A21C-4EDB8C52F0C7}" srcOrd="5" destOrd="0" presId="urn:microsoft.com/office/officeart/2024/3/layout/SimpleTimelineDefaultVarian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6E70ED5-1051-4CD0-9128-EC4C1156960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246795DF-5E09-4EA7-861F-617B5F7D8B72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Reporte con outputs pegados (nulos + rango)</a:t>
          </a:r>
          <a:endParaRPr lang="en-US"/>
        </a:p>
      </dgm:t>
    </dgm:pt>
    <dgm:pt modelId="{D3E8F060-7931-42A9-AB27-1570FADB73F1}" type="parTrans" cxnId="{BF5EA6CA-CBC2-4F4B-898F-F7AA8CA77B5E}">
      <dgm:prSet/>
      <dgm:spPr/>
      <dgm:t>
        <a:bodyPr/>
        <a:lstStyle/>
        <a:p>
          <a:endParaRPr lang="en-US"/>
        </a:p>
      </dgm:t>
    </dgm:pt>
    <dgm:pt modelId="{B226F5D7-44C6-4539-82DE-28D32CB48BCD}" type="sibTrans" cxnId="{BF5EA6CA-CBC2-4F4B-898F-F7AA8CA77B5E}">
      <dgm:prSet/>
      <dgm:spPr/>
      <dgm:t>
        <a:bodyPr/>
        <a:lstStyle/>
        <a:p>
          <a:endParaRPr lang="en-US"/>
        </a:p>
      </dgm:t>
    </dgm:pt>
    <dgm:pt modelId="{1DFEFB64-9920-46E5-92E0-7DADB9527F10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1 decisión registrada en decisions_log.md</a:t>
          </a:r>
          <a:endParaRPr lang="en-US"/>
        </a:p>
      </dgm:t>
    </dgm:pt>
    <dgm:pt modelId="{FD1A559A-FFC2-45F8-9684-AFA9F6ED564F}" type="parTrans" cxnId="{616B7507-FA9E-4814-BD85-7E3C77C03DBA}">
      <dgm:prSet/>
      <dgm:spPr/>
      <dgm:t>
        <a:bodyPr/>
        <a:lstStyle/>
        <a:p>
          <a:endParaRPr lang="en-US"/>
        </a:p>
      </dgm:t>
    </dgm:pt>
    <dgm:pt modelId="{1B253EAD-A3F9-4EAC-B6E9-C8BF033685D5}" type="sibTrans" cxnId="{616B7507-FA9E-4814-BD85-7E3C77C03DBA}">
      <dgm:prSet/>
      <dgm:spPr/>
      <dgm:t>
        <a:bodyPr/>
        <a:lstStyle/>
        <a:p>
          <a:endParaRPr lang="en-US"/>
        </a:p>
      </dgm:t>
    </dgm:pt>
    <dgm:pt modelId="{583DA1AF-C114-4404-995D-9C39A7960F28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dirty="0"/>
            <a:t>Tabla quality_w04a (para tarea) + </a:t>
          </a:r>
          <a:r>
            <a:rPr lang="es-ES" dirty="0" err="1"/>
            <a:t>export</a:t>
          </a:r>
          <a:r>
            <a:rPr lang="es-ES" dirty="0"/>
            <a:t> CSV a </a:t>
          </a:r>
          <a:r>
            <a:rPr lang="es-ES" dirty="0" err="1"/>
            <a:t>artifacts</a:t>
          </a:r>
          <a:r>
            <a:rPr lang="es-ES" dirty="0"/>
            <a:t>/</a:t>
          </a:r>
          <a:endParaRPr lang="en-US" dirty="0"/>
        </a:p>
      </dgm:t>
    </dgm:pt>
    <dgm:pt modelId="{831AE5DE-CC1D-4BDA-A42B-72F99FEF4792}" type="parTrans" cxnId="{0A897658-29EF-494D-9662-B3772EF268D8}">
      <dgm:prSet/>
      <dgm:spPr/>
      <dgm:t>
        <a:bodyPr/>
        <a:lstStyle/>
        <a:p>
          <a:endParaRPr lang="en-US"/>
        </a:p>
      </dgm:t>
    </dgm:pt>
    <dgm:pt modelId="{F616533D-F3B5-4C3A-8533-2CE47F1FC37D}" type="sibTrans" cxnId="{0A897658-29EF-494D-9662-B3772EF268D8}">
      <dgm:prSet/>
      <dgm:spPr/>
      <dgm:t>
        <a:bodyPr/>
        <a:lstStyle/>
        <a:p>
          <a:endParaRPr lang="en-US"/>
        </a:p>
      </dgm:t>
    </dgm:pt>
    <dgm:pt modelId="{62A010E1-CADA-44F3-80F5-E0D7B2F06CE6}">
      <dgm:prSet/>
      <dgm:spPr/>
      <dgm:t>
        <a:bodyPr/>
        <a:lstStyle/>
        <a:p>
          <a:pPr>
            <a:lnSpc>
              <a:spcPct val="100000"/>
            </a:lnSpc>
          </a:pPr>
          <a:r>
            <a:rPr lang="es-CO" dirty="0"/>
            <a:t>Crear quality_w04a (3 </a:t>
          </a:r>
          <a:r>
            <a:rPr lang="es-CO" dirty="0" err="1"/>
            <a:t>checks</a:t>
          </a:r>
          <a:r>
            <a:rPr lang="es-CO" dirty="0"/>
            <a:t>) + </a:t>
          </a:r>
          <a:r>
            <a:rPr lang="es-CO" dirty="0" err="1"/>
            <a:t>export</a:t>
          </a:r>
          <a:r>
            <a:rPr lang="es-CO" dirty="0"/>
            <a:t> CSV y explicar</a:t>
          </a:r>
          <a:endParaRPr lang="en-US" dirty="0"/>
        </a:p>
      </dgm:t>
    </dgm:pt>
    <dgm:pt modelId="{E336F309-C00B-4433-8146-A22E673F3D05}" type="parTrans" cxnId="{6F02FD1A-15D0-4179-A519-4D6BCD64F4FB}">
      <dgm:prSet/>
      <dgm:spPr/>
      <dgm:t>
        <a:bodyPr/>
        <a:lstStyle/>
        <a:p>
          <a:endParaRPr lang="en-US"/>
        </a:p>
      </dgm:t>
    </dgm:pt>
    <dgm:pt modelId="{79F41F12-1FE4-4F72-A2DB-72D0E4CF0F49}" type="sibTrans" cxnId="{6F02FD1A-15D0-4179-A519-4D6BCD64F4FB}">
      <dgm:prSet/>
      <dgm:spPr/>
      <dgm:t>
        <a:bodyPr/>
        <a:lstStyle/>
        <a:p>
          <a:endParaRPr lang="en-US"/>
        </a:p>
      </dgm:t>
    </dgm:pt>
    <dgm:pt modelId="{4A329E3B-5E03-45DE-A680-EB1ED55E4702}" type="pres">
      <dgm:prSet presAssocID="{F6E70ED5-1051-4CD0-9128-EC4C1156960C}" presName="root" presStyleCnt="0">
        <dgm:presLayoutVars>
          <dgm:dir/>
          <dgm:resizeHandles val="exact"/>
        </dgm:presLayoutVars>
      </dgm:prSet>
      <dgm:spPr/>
    </dgm:pt>
    <dgm:pt modelId="{EE001897-BCC2-43C7-A747-D888921499C9}" type="pres">
      <dgm:prSet presAssocID="{246795DF-5E09-4EA7-861F-617B5F7D8B72}" presName="compNode" presStyleCnt="0"/>
      <dgm:spPr/>
    </dgm:pt>
    <dgm:pt modelId="{E5A98D6A-D891-4F09-81DC-2020A1DE0BD9}" type="pres">
      <dgm:prSet presAssocID="{246795DF-5E09-4EA7-861F-617B5F7D8B72}" presName="bgRect" presStyleLbl="bgShp" presStyleIdx="0" presStyleCnt="4"/>
      <dgm:spPr/>
    </dgm:pt>
    <dgm:pt modelId="{5FE22F6B-90CF-4709-BCBE-FC34CD832783}" type="pres">
      <dgm:prSet presAssocID="{246795DF-5E09-4EA7-861F-617B5F7D8B7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mágenes"/>
        </a:ext>
      </dgm:extLst>
    </dgm:pt>
    <dgm:pt modelId="{8A654B50-73B5-4ABC-8B27-503A3F0219B5}" type="pres">
      <dgm:prSet presAssocID="{246795DF-5E09-4EA7-861F-617B5F7D8B72}" presName="spaceRect" presStyleCnt="0"/>
      <dgm:spPr/>
    </dgm:pt>
    <dgm:pt modelId="{1C9F6EE0-C53B-4DE3-9C58-3B95A9819B36}" type="pres">
      <dgm:prSet presAssocID="{246795DF-5E09-4EA7-861F-617B5F7D8B72}" presName="parTx" presStyleLbl="revTx" presStyleIdx="0" presStyleCnt="4">
        <dgm:presLayoutVars>
          <dgm:chMax val="0"/>
          <dgm:chPref val="0"/>
        </dgm:presLayoutVars>
      </dgm:prSet>
      <dgm:spPr/>
    </dgm:pt>
    <dgm:pt modelId="{4690B460-52D6-47A5-A88F-33BB5E4D7193}" type="pres">
      <dgm:prSet presAssocID="{B226F5D7-44C6-4539-82DE-28D32CB48BCD}" presName="sibTrans" presStyleCnt="0"/>
      <dgm:spPr/>
    </dgm:pt>
    <dgm:pt modelId="{7E183456-664A-4A86-A9C3-F9D66C5A269A}" type="pres">
      <dgm:prSet presAssocID="{1DFEFB64-9920-46E5-92E0-7DADB9527F10}" presName="compNode" presStyleCnt="0"/>
      <dgm:spPr/>
    </dgm:pt>
    <dgm:pt modelId="{C7024129-BD30-4681-B8BF-D91EBF30A4DC}" type="pres">
      <dgm:prSet presAssocID="{1DFEFB64-9920-46E5-92E0-7DADB9527F10}" presName="bgRect" presStyleLbl="bgShp" presStyleIdx="1" presStyleCnt="4"/>
      <dgm:spPr/>
    </dgm:pt>
    <dgm:pt modelId="{74391806-4E88-4324-BBBB-C39CABC25505}" type="pres">
      <dgm:prSet presAssocID="{1DFEFB64-9920-46E5-92E0-7DADB9527F1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dor"/>
        </a:ext>
      </dgm:extLst>
    </dgm:pt>
    <dgm:pt modelId="{83D8CCE8-D0D0-4807-AD97-1CF9050CA578}" type="pres">
      <dgm:prSet presAssocID="{1DFEFB64-9920-46E5-92E0-7DADB9527F10}" presName="spaceRect" presStyleCnt="0"/>
      <dgm:spPr/>
    </dgm:pt>
    <dgm:pt modelId="{3D907FD0-6571-4286-85D0-1802EF95A05C}" type="pres">
      <dgm:prSet presAssocID="{1DFEFB64-9920-46E5-92E0-7DADB9527F10}" presName="parTx" presStyleLbl="revTx" presStyleIdx="1" presStyleCnt="4">
        <dgm:presLayoutVars>
          <dgm:chMax val="0"/>
          <dgm:chPref val="0"/>
        </dgm:presLayoutVars>
      </dgm:prSet>
      <dgm:spPr/>
    </dgm:pt>
    <dgm:pt modelId="{20691F10-1ED8-44B4-B202-BD2A30140798}" type="pres">
      <dgm:prSet presAssocID="{1B253EAD-A3F9-4EAC-B6E9-C8BF033685D5}" presName="sibTrans" presStyleCnt="0"/>
      <dgm:spPr/>
    </dgm:pt>
    <dgm:pt modelId="{E4EF1C4E-9653-4375-BCA3-8E1304F68748}" type="pres">
      <dgm:prSet presAssocID="{583DA1AF-C114-4404-995D-9C39A7960F28}" presName="compNode" presStyleCnt="0"/>
      <dgm:spPr/>
    </dgm:pt>
    <dgm:pt modelId="{1B963D1B-F33A-40FF-9D7C-0297F7AE7679}" type="pres">
      <dgm:prSet presAssocID="{583DA1AF-C114-4404-995D-9C39A7960F28}" presName="bgRect" presStyleLbl="bgShp" presStyleIdx="2" presStyleCnt="4"/>
      <dgm:spPr/>
    </dgm:pt>
    <dgm:pt modelId="{C7E43997-3A78-4F39-9472-8C419559A5C7}" type="pres">
      <dgm:prSet presAssocID="{583DA1AF-C114-4404-995D-9C39A7960F2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D67083B2-78BB-4BFC-B059-E980F201CBDA}" type="pres">
      <dgm:prSet presAssocID="{583DA1AF-C114-4404-995D-9C39A7960F28}" presName="spaceRect" presStyleCnt="0"/>
      <dgm:spPr/>
    </dgm:pt>
    <dgm:pt modelId="{9716DE95-AE4E-4A2F-A5A1-8F031C6A9904}" type="pres">
      <dgm:prSet presAssocID="{583DA1AF-C114-4404-995D-9C39A7960F28}" presName="parTx" presStyleLbl="revTx" presStyleIdx="2" presStyleCnt="4">
        <dgm:presLayoutVars>
          <dgm:chMax val="0"/>
          <dgm:chPref val="0"/>
        </dgm:presLayoutVars>
      </dgm:prSet>
      <dgm:spPr/>
    </dgm:pt>
    <dgm:pt modelId="{AC7E9853-8F70-475F-902F-0BA88249E349}" type="pres">
      <dgm:prSet presAssocID="{F616533D-F3B5-4C3A-8533-2CE47F1FC37D}" presName="sibTrans" presStyleCnt="0"/>
      <dgm:spPr/>
    </dgm:pt>
    <dgm:pt modelId="{9D760552-47A2-4B58-B31F-485C35E69DB4}" type="pres">
      <dgm:prSet presAssocID="{62A010E1-CADA-44F3-80F5-E0D7B2F06CE6}" presName="compNode" presStyleCnt="0"/>
      <dgm:spPr/>
    </dgm:pt>
    <dgm:pt modelId="{816462BC-3C14-47B8-961A-CB1FA50BD40E}" type="pres">
      <dgm:prSet presAssocID="{62A010E1-CADA-44F3-80F5-E0D7B2F06CE6}" presName="bgRect" presStyleLbl="bgShp" presStyleIdx="3" presStyleCnt="4"/>
      <dgm:spPr/>
    </dgm:pt>
    <dgm:pt modelId="{DCF53E51-4802-48AE-BB50-595087F12B18}" type="pres">
      <dgm:prSet presAssocID="{62A010E1-CADA-44F3-80F5-E0D7B2F06CE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a de comprobación"/>
        </a:ext>
      </dgm:extLst>
    </dgm:pt>
    <dgm:pt modelId="{1BF8A32B-C984-4244-861F-88D8C4830755}" type="pres">
      <dgm:prSet presAssocID="{62A010E1-CADA-44F3-80F5-E0D7B2F06CE6}" presName="spaceRect" presStyleCnt="0"/>
      <dgm:spPr/>
    </dgm:pt>
    <dgm:pt modelId="{CEAE81E7-D568-46D3-B6F1-E9A9053A5726}" type="pres">
      <dgm:prSet presAssocID="{62A010E1-CADA-44F3-80F5-E0D7B2F06CE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16B7507-FA9E-4814-BD85-7E3C77C03DBA}" srcId="{F6E70ED5-1051-4CD0-9128-EC4C1156960C}" destId="{1DFEFB64-9920-46E5-92E0-7DADB9527F10}" srcOrd="1" destOrd="0" parTransId="{FD1A559A-FFC2-45F8-9684-AFA9F6ED564F}" sibTransId="{1B253EAD-A3F9-4EAC-B6E9-C8BF033685D5}"/>
    <dgm:cxn modelId="{6F02FD1A-15D0-4179-A519-4D6BCD64F4FB}" srcId="{F6E70ED5-1051-4CD0-9128-EC4C1156960C}" destId="{62A010E1-CADA-44F3-80F5-E0D7B2F06CE6}" srcOrd="3" destOrd="0" parTransId="{E336F309-C00B-4433-8146-A22E673F3D05}" sibTransId="{79F41F12-1FE4-4F72-A2DB-72D0E4CF0F49}"/>
    <dgm:cxn modelId="{EF84FE74-ED3B-4968-B796-05AC3E03F018}" type="presOf" srcId="{62A010E1-CADA-44F3-80F5-E0D7B2F06CE6}" destId="{CEAE81E7-D568-46D3-B6F1-E9A9053A5726}" srcOrd="0" destOrd="0" presId="urn:microsoft.com/office/officeart/2018/2/layout/IconVerticalSolidList"/>
    <dgm:cxn modelId="{0A897658-29EF-494D-9662-B3772EF268D8}" srcId="{F6E70ED5-1051-4CD0-9128-EC4C1156960C}" destId="{583DA1AF-C114-4404-995D-9C39A7960F28}" srcOrd="2" destOrd="0" parTransId="{831AE5DE-CC1D-4BDA-A42B-72F99FEF4792}" sibTransId="{F616533D-F3B5-4C3A-8533-2CE47F1FC37D}"/>
    <dgm:cxn modelId="{01C4B984-B485-43EA-B08A-49DC3E4B3686}" type="presOf" srcId="{1DFEFB64-9920-46E5-92E0-7DADB9527F10}" destId="{3D907FD0-6571-4286-85D0-1802EF95A05C}" srcOrd="0" destOrd="0" presId="urn:microsoft.com/office/officeart/2018/2/layout/IconVerticalSolidList"/>
    <dgm:cxn modelId="{37ED71A1-075B-4207-A6D1-4095C1EAD2A8}" type="presOf" srcId="{246795DF-5E09-4EA7-861F-617B5F7D8B72}" destId="{1C9F6EE0-C53B-4DE3-9C58-3B95A9819B36}" srcOrd="0" destOrd="0" presId="urn:microsoft.com/office/officeart/2018/2/layout/IconVerticalSolidList"/>
    <dgm:cxn modelId="{D1C9F7AE-3B63-474B-B1E6-63479853791B}" type="presOf" srcId="{F6E70ED5-1051-4CD0-9128-EC4C1156960C}" destId="{4A329E3B-5E03-45DE-A680-EB1ED55E4702}" srcOrd="0" destOrd="0" presId="urn:microsoft.com/office/officeart/2018/2/layout/IconVerticalSolidList"/>
    <dgm:cxn modelId="{BF5EA6CA-CBC2-4F4B-898F-F7AA8CA77B5E}" srcId="{F6E70ED5-1051-4CD0-9128-EC4C1156960C}" destId="{246795DF-5E09-4EA7-861F-617B5F7D8B72}" srcOrd="0" destOrd="0" parTransId="{D3E8F060-7931-42A9-AB27-1570FADB73F1}" sibTransId="{B226F5D7-44C6-4539-82DE-28D32CB48BCD}"/>
    <dgm:cxn modelId="{3EC284D6-82C7-41D5-AF1D-7234F86FD1C4}" type="presOf" srcId="{583DA1AF-C114-4404-995D-9C39A7960F28}" destId="{9716DE95-AE4E-4A2F-A5A1-8F031C6A9904}" srcOrd="0" destOrd="0" presId="urn:microsoft.com/office/officeart/2018/2/layout/IconVerticalSolidList"/>
    <dgm:cxn modelId="{A6A0B126-AE3B-4AF8-B795-6B80A10DBB66}" type="presParOf" srcId="{4A329E3B-5E03-45DE-A680-EB1ED55E4702}" destId="{EE001897-BCC2-43C7-A747-D888921499C9}" srcOrd="0" destOrd="0" presId="urn:microsoft.com/office/officeart/2018/2/layout/IconVerticalSolidList"/>
    <dgm:cxn modelId="{EA0C48F6-8598-4453-A333-E8C812B1A0FE}" type="presParOf" srcId="{EE001897-BCC2-43C7-A747-D888921499C9}" destId="{E5A98D6A-D891-4F09-81DC-2020A1DE0BD9}" srcOrd="0" destOrd="0" presId="urn:microsoft.com/office/officeart/2018/2/layout/IconVerticalSolidList"/>
    <dgm:cxn modelId="{F922688B-4D81-4D31-A472-680FC89102A8}" type="presParOf" srcId="{EE001897-BCC2-43C7-A747-D888921499C9}" destId="{5FE22F6B-90CF-4709-BCBE-FC34CD832783}" srcOrd="1" destOrd="0" presId="urn:microsoft.com/office/officeart/2018/2/layout/IconVerticalSolidList"/>
    <dgm:cxn modelId="{7DB43A18-FED9-45D0-BD4E-BEEA466DBDBD}" type="presParOf" srcId="{EE001897-BCC2-43C7-A747-D888921499C9}" destId="{8A654B50-73B5-4ABC-8B27-503A3F0219B5}" srcOrd="2" destOrd="0" presId="urn:microsoft.com/office/officeart/2018/2/layout/IconVerticalSolidList"/>
    <dgm:cxn modelId="{953E3C18-4514-44FD-BD31-CB2069723402}" type="presParOf" srcId="{EE001897-BCC2-43C7-A747-D888921499C9}" destId="{1C9F6EE0-C53B-4DE3-9C58-3B95A9819B36}" srcOrd="3" destOrd="0" presId="urn:microsoft.com/office/officeart/2018/2/layout/IconVerticalSolidList"/>
    <dgm:cxn modelId="{9D4BC087-C8D6-445D-A634-614732606628}" type="presParOf" srcId="{4A329E3B-5E03-45DE-A680-EB1ED55E4702}" destId="{4690B460-52D6-47A5-A88F-33BB5E4D7193}" srcOrd="1" destOrd="0" presId="urn:microsoft.com/office/officeart/2018/2/layout/IconVerticalSolidList"/>
    <dgm:cxn modelId="{D2145D6D-2ACD-4B41-8011-4B69CA574602}" type="presParOf" srcId="{4A329E3B-5E03-45DE-A680-EB1ED55E4702}" destId="{7E183456-664A-4A86-A9C3-F9D66C5A269A}" srcOrd="2" destOrd="0" presId="urn:microsoft.com/office/officeart/2018/2/layout/IconVerticalSolidList"/>
    <dgm:cxn modelId="{898F4E6B-927F-44F7-AFFC-43E1D609B0EC}" type="presParOf" srcId="{7E183456-664A-4A86-A9C3-F9D66C5A269A}" destId="{C7024129-BD30-4681-B8BF-D91EBF30A4DC}" srcOrd="0" destOrd="0" presId="urn:microsoft.com/office/officeart/2018/2/layout/IconVerticalSolidList"/>
    <dgm:cxn modelId="{E85CE5C7-138B-4B80-85BE-B6DFA9483CB5}" type="presParOf" srcId="{7E183456-664A-4A86-A9C3-F9D66C5A269A}" destId="{74391806-4E88-4324-BBBB-C39CABC25505}" srcOrd="1" destOrd="0" presId="urn:microsoft.com/office/officeart/2018/2/layout/IconVerticalSolidList"/>
    <dgm:cxn modelId="{8247CF00-E6CE-4EC9-9997-F0779BFF5D06}" type="presParOf" srcId="{7E183456-664A-4A86-A9C3-F9D66C5A269A}" destId="{83D8CCE8-D0D0-4807-AD97-1CF9050CA578}" srcOrd="2" destOrd="0" presId="urn:microsoft.com/office/officeart/2018/2/layout/IconVerticalSolidList"/>
    <dgm:cxn modelId="{0F6B1AE6-B10F-41CA-AC7F-E877F1E522C2}" type="presParOf" srcId="{7E183456-664A-4A86-A9C3-F9D66C5A269A}" destId="{3D907FD0-6571-4286-85D0-1802EF95A05C}" srcOrd="3" destOrd="0" presId="urn:microsoft.com/office/officeart/2018/2/layout/IconVerticalSolidList"/>
    <dgm:cxn modelId="{ACFD8BA0-D85C-44D0-BE84-33BE19327D37}" type="presParOf" srcId="{4A329E3B-5E03-45DE-A680-EB1ED55E4702}" destId="{20691F10-1ED8-44B4-B202-BD2A30140798}" srcOrd="3" destOrd="0" presId="urn:microsoft.com/office/officeart/2018/2/layout/IconVerticalSolidList"/>
    <dgm:cxn modelId="{9D199E1B-8DA5-4B0E-8D90-7961D170966D}" type="presParOf" srcId="{4A329E3B-5E03-45DE-A680-EB1ED55E4702}" destId="{E4EF1C4E-9653-4375-BCA3-8E1304F68748}" srcOrd="4" destOrd="0" presId="urn:microsoft.com/office/officeart/2018/2/layout/IconVerticalSolidList"/>
    <dgm:cxn modelId="{9C5CA1CB-1101-4470-82F9-76F7F3D717D4}" type="presParOf" srcId="{E4EF1C4E-9653-4375-BCA3-8E1304F68748}" destId="{1B963D1B-F33A-40FF-9D7C-0297F7AE7679}" srcOrd="0" destOrd="0" presId="urn:microsoft.com/office/officeart/2018/2/layout/IconVerticalSolidList"/>
    <dgm:cxn modelId="{8774ED3D-6EF0-4FD3-B008-5573142F4156}" type="presParOf" srcId="{E4EF1C4E-9653-4375-BCA3-8E1304F68748}" destId="{C7E43997-3A78-4F39-9472-8C419559A5C7}" srcOrd="1" destOrd="0" presId="urn:microsoft.com/office/officeart/2018/2/layout/IconVerticalSolidList"/>
    <dgm:cxn modelId="{72D67CA7-7230-491E-A06F-B7BB022FDCB3}" type="presParOf" srcId="{E4EF1C4E-9653-4375-BCA3-8E1304F68748}" destId="{D67083B2-78BB-4BFC-B059-E980F201CBDA}" srcOrd="2" destOrd="0" presId="urn:microsoft.com/office/officeart/2018/2/layout/IconVerticalSolidList"/>
    <dgm:cxn modelId="{626370A3-9AA8-46A9-84B1-893B310B2697}" type="presParOf" srcId="{E4EF1C4E-9653-4375-BCA3-8E1304F68748}" destId="{9716DE95-AE4E-4A2F-A5A1-8F031C6A9904}" srcOrd="3" destOrd="0" presId="urn:microsoft.com/office/officeart/2018/2/layout/IconVerticalSolidList"/>
    <dgm:cxn modelId="{88E3F039-2C9F-46AB-AC92-FDC8A4CD71FF}" type="presParOf" srcId="{4A329E3B-5E03-45DE-A680-EB1ED55E4702}" destId="{AC7E9853-8F70-475F-902F-0BA88249E349}" srcOrd="5" destOrd="0" presId="urn:microsoft.com/office/officeart/2018/2/layout/IconVerticalSolidList"/>
    <dgm:cxn modelId="{54D973FD-9FD8-46F7-BCCE-65188CFDB68B}" type="presParOf" srcId="{4A329E3B-5E03-45DE-A680-EB1ED55E4702}" destId="{9D760552-47A2-4B58-B31F-485C35E69DB4}" srcOrd="6" destOrd="0" presId="urn:microsoft.com/office/officeart/2018/2/layout/IconVerticalSolidList"/>
    <dgm:cxn modelId="{7CC8B4D8-9359-4429-A6C8-79CF05019D5A}" type="presParOf" srcId="{9D760552-47A2-4B58-B31F-485C35E69DB4}" destId="{816462BC-3C14-47B8-961A-CB1FA50BD40E}" srcOrd="0" destOrd="0" presId="urn:microsoft.com/office/officeart/2018/2/layout/IconVerticalSolidList"/>
    <dgm:cxn modelId="{87A2A432-E7E2-4877-9D29-0AF92AFF3D24}" type="presParOf" srcId="{9D760552-47A2-4B58-B31F-485C35E69DB4}" destId="{DCF53E51-4802-48AE-BB50-595087F12B18}" srcOrd="1" destOrd="0" presId="urn:microsoft.com/office/officeart/2018/2/layout/IconVerticalSolidList"/>
    <dgm:cxn modelId="{930C3F69-BF9C-4DD6-BF42-793414041F99}" type="presParOf" srcId="{9D760552-47A2-4B58-B31F-485C35E69DB4}" destId="{1BF8A32B-C984-4244-861F-88D8C4830755}" srcOrd="2" destOrd="0" presId="urn:microsoft.com/office/officeart/2018/2/layout/IconVerticalSolidList"/>
    <dgm:cxn modelId="{094057D1-3D93-48D6-B832-FAF6ADE41873}" type="presParOf" srcId="{9D760552-47A2-4B58-B31F-485C35E69DB4}" destId="{CEAE81E7-D568-46D3-B6F1-E9A9053A572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AF9E60-6FC3-4DDB-BA8E-9B5073A539AE}">
      <dsp:nvSpPr>
        <dsp:cNvPr id="0" name=""/>
        <dsp:cNvSpPr/>
      </dsp:nvSpPr>
      <dsp:spPr>
        <a:xfrm>
          <a:off x="7143" y="527620"/>
          <a:ext cx="2135187" cy="12811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kern="1200" dirty="0" err="1"/>
            <a:t>raw_ps</a:t>
          </a:r>
          <a:r>
            <a:rPr lang="es-CO" sz="2600" kern="1200" dirty="0"/>
            <a:t> (</a:t>
          </a:r>
          <a:r>
            <a:rPr lang="es-CO" sz="2600" kern="1200" dirty="0" err="1"/>
            <a:t>view</a:t>
          </a:r>
          <a:r>
            <a:rPr lang="es-CO" sz="2600" kern="1200" dirty="0"/>
            <a:t>)</a:t>
          </a:r>
        </a:p>
      </dsp:txBody>
      <dsp:txXfrm>
        <a:off x="44665" y="565142"/>
        <a:ext cx="2060143" cy="1206068"/>
      </dsp:txXfrm>
    </dsp:sp>
    <dsp:sp modelId="{95E439F9-1E52-4A82-9EEF-FD7671B55554}">
      <dsp:nvSpPr>
        <dsp:cNvPr id="0" name=""/>
        <dsp:cNvSpPr/>
      </dsp:nvSpPr>
      <dsp:spPr>
        <a:xfrm>
          <a:off x="2355850" y="903413"/>
          <a:ext cx="452659" cy="52952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100" kern="1200"/>
        </a:p>
      </dsp:txBody>
      <dsp:txXfrm>
        <a:off x="2355850" y="1009318"/>
        <a:ext cx="316861" cy="317716"/>
      </dsp:txXfrm>
    </dsp:sp>
    <dsp:sp modelId="{9D7B63D1-1450-4E44-86D1-9AF327B18CE4}">
      <dsp:nvSpPr>
        <dsp:cNvPr id="0" name=""/>
        <dsp:cNvSpPr/>
      </dsp:nvSpPr>
      <dsp:spPr>
        <a:xfrm>
          <a:off x="2996406" y="527620"/>
          <a:ext cx="2135187" cy="12811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kern="1200" dirty="0" err="1"/>
            <a:t>silver_planet</a:t>
          </a:r>
          <a:r>
            <a:rPr lang="es-CO" sz="2600" kern="1200" dirty="0"/>
            <a:t> ( table)</a:t>
          </a:r>
        </a:p>
      </dsp:txBody>
      <dsp:txXfrm>
        <a:off x="3033928" y="565142"/>
        <a:ext cx="2060143" cy="1206068"/>
      </dsp:txXfrm>
    </dsp:sp>
    <dsp:sp modelId="{C2289917-E0F0-4204-BDF7-18F033316F17}">
      <dsp:nvSpPr>
        <dsp:cNvPr id="0" name=""/>
        <dsp:cNvSpPr/>
      </dsp:nvSpPr>
      <dsp:spPr>
        <a:xfrm>
          <a:off x="5345112" y="903413"/>
          <a:ext cx="452659" cy="52952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100" kern="1200"/>
        </a:p>
      </dsp:txBody>
      <dsp:txXfrm>
        <a:off x="5345112" y="1009318"/>
        <a:ext cx="316861" cy="317716"/>
      </dsp:txXfrm>
    </dsp:sp>
    <dsp:sp modelId="{90923D0C-DE88-4146-85C5-372DBA0B111B}">
      <dsp:nvSpPr>
        <dsp:cNvPr id="0" name=""/>
        <dsp:cNvSpPr/>
      </dsp:nvSpPr>
      <dsp:spPr>
        <a:xfrm>
          <a:off x="5985668" y="527620"/>
          <a:ext cx="2135187" cy="12811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kern="1200" dirty="0"/>
            <a:t>Gold *(</a:t>
          </a:r>
          <a:r>
            <a:rPr lang="es-CO" sz="2600" kern="1200" dirty="0" err="1"/>
            <a:t>views</a:t>
          </a:r>
          <a:r>
            <a:rPr lang="es-CO" sz="2600" kern="1200" dirty="0"/>
            <a:t>)</a:t>
          </a:r>
        </a:p>
      </dsp:txBody>
      <dsp:txXfrm>
        <a:off x="6023190" y="565142"/>
        <a:ext cx="2060143" cy="12060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B9B70C-0D0C-4EB2-B833-A1CD35BBBCED}">
      <dsp:nvSpPr>
        <dsp:cNvPr id="0" name=""/>
        <dsp:cNvSpPr/>
      </dsp:nvSpPr>
      <dsp:spPr>
        <a:xfrm>
          <a:off x="0" y="2033215"/>
          <a:ext cx="4860323" cy="0"/>
        </a:xfrm>
        <a:prstGeom prst="line">
          <a:avLst/>
        </a:prstGeom>
        <a:solidFill>
          <a:schemeClr val="dk2">
            <a:alpha val="90000"/>
            <a:hueOff val="0"/>
            <a:satOff val="0"/>
            <a:lumOff val="0"/>
            <a:alphaOff val="0"/>
          </a:schemeClr>
        </a:solidFill>
        <a:ln w="12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ADB1A5-9D8C-4A8F-888E-A2D7E92F0C93}">
      <dsp:nvSpPr>
        <dsp:cNvPr id="0" name=""/>
        <dsp:cNvSpPr/>
      </dsp:nvSpPr>
      <dsp:spPr>
        <a:xfrm>
          <a:off x="424861" y="829551"/>
          <a:ext cx="2017503" cy="1203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/>
            <a:t>cardinalidad + </a:t>
          </a:r>
          <a:r>
            <a:rPr lang="es-CO" sz="1500" kern="1200" dirty="0" err="1"/>
            <a:t>JOINs</a:t>
          </a:r>
          <a:r>
            <a:rPr lang="es-CO" sz="1500" kern="1200" dirty="0"/>
            <a:t> (JOIN puede inflar filas)</a:t>
          </a:r>
        </a:p>
      </dsp:txBody>
      <dsp:txXfrm>
        <a:off x="424861" y="829551"/>
        <a:ext cx="2017503" cy="1203663"/>
      </dsp:txXfrm>
    </dsp:sp>
    <dsp:sp modelId="{36ABBA24-4ADC-4F87-956A-62FA3392E030}">
      <dsp:nvSpPr>
        <dsp:cNvPr id="0" name=""/>
        <dsp:cNvSpPr/>
      </dsp:nvSpPr>
      <dsp:spPr>
        <a:xfrm>
          <a:off x="424861" y="406643"/>
          <a:ext cx="2017503" cy="422908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W03</a:t>
          </a:r>
        </a:p>
      </dsp:txBody>
      <dsp:txXfrm>
        <a:off x="424861" y="406643"/>
        <a:ext cx="2017503" cy="422908"/>
      </dsp:txXfrm>
    </dsp:sp>
    <dsp:sp modelId="{7AF02FAF-ED90-4B5C-A47F-9483DBB959F1}">
      <dsp:nvSpPr>
        <dsp:cNvPr id="0" name=""/>
        <dsp:cNvSpPr/>
      </dsp:nvSpPr>
      <dsp:spPr>
        <a:xfrm>
          <a:off x="214122" y="406643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F2D609-6D5B-44D2-AA9D-88C005A67C59}">
      <dsp:nvSpPr>
        <dsp:cNvPr id="0" name=""/>
        <dsp:cNvSpPr/>
      </dsp:nvSpPr>
      <dsp:spPr>
        <a:xfrm>
          <a:off x="166367" y="1984580"/>
          <a:ext cx="9693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A0BB2A-3394-47EC-8251-52794EE5EAD9}">
      <dsp:nvSpPr>
        <dsp:cNvPr id="0" name=""/>
        <dsp:cNvSpPr/>
      </dsp:nvSpPr>
      <dsp:spPr>
        <a:xfrm>
          <a:off x="1632148" y="3009158"/>
          <a:ext cx="2017503" cy="650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142875" bIns="952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/>
            <a:t>Contrato + </a:t>
          </a:r>
          <a:r>
            <a:rPr lang="es-CO" sz="1500" kern="1200" dirty="0" err="1"/>
            <a:t>checks</a:t>
          </a:r>
          <a:r>
            <a:rPr lang="es-CO" sz="1500" kern="1200" dirty="0"/>
            <a:t> mínimos (evitar desastre)</a:t>
          </a:r>
        </a:p>
      </dsp:txBody>
      <dsp:txXfrm>
        <a:off x="1632148" y="3009158"/>
        <a:ext cx="2017503" cy="650628"/>
      </dsp:txXfrm>
    </dsp:sp>
    <dsp:sp modelId="{FC2FAE7B-717B-4C54-BC3B-3754C45D729D}">
      <dsp:nvSpPr>
        <dsp:cNvPr id="0" name=""/>
        <dsp:cNvSpPr/>
      </dsp:nvSpPr>
      <dsp:spPr>
        <a:xfrm>
          <a:off x="1632148" y="2602515"/>
          <a:ext cx="2017503" cy="406643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W04A</a:t>
          </a:r>
        </a:p>
      </dsp:txBody>
      <dsp:txXfrm>
        <a:off x="1632148" y="2602515"/>
        <a:ext cx="2017503" cy="406643"/>
      </dsp:txXfrm>
    </dsp:sp>
    <dsp:sp modelId="{9A7699B0-AE5E-4FFB-A609-026B519C7E88}">
      <dsp:nvSpPr>
        <dsp:cNvPr id="0" name=""/>
        <dsp:cNvSpPr/>
      </dsp:nvSpPr>
      <dsp:spPr>
        <a:xfrm>
          <a:off x="1421410" y="2033215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3A6B0D-FF8D-4587-B422-3CDC853ED20F}">
      <dsp:nvSpPr>
        <dsp:cNvPr id="0" name=""/>
        <dsp:cNvSpPr/>
      </dsp:nvSpPr>
      <dsp:spPr>
        <a:xfrm>
          <a:off x="1373655" y="1984580"/>
          <a:ext cx="9693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3A50A6-2F26-4C76-AC92-96315A34C452}">
      <dsp:nvSpPr>
        <dsp:cNvPr id="0" name=""/>
        <dsp:cNvSpPr/>
      </dsp:nvSpPr>
      <dsp:spPr>
        <a:xfrm>
          <a:off x="2839436" y="829551"/>
          <a:ext cx="2017503" cy="1203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/>
            <a:t>Materializamos Silver + primeras vistas de Gold</a:t>
          </a:r>
        </a:p>
      </dsp:txBody>
      <dsp:txXfrm>
        <a:off x="2839436" y="829551"/>
        <a:ext cx="2017503" cy="1203663"/>
      </dsp:txXfrm>
    </dsp:sp>
    <dsp:sp modelId="{CE0EC0AA-39DF-48FD-AFB5-32D2409C931D}">
      <dsp:nvSpPr>
        <dsp:cNvPr id="0" name=""/>
        <dsp:cNvSpPr/>
      </dsp:nvSpPr>
      <dsp:spPr>
        <a:xfrm>
          <a:off x="2839436" y="406643"/>
          <a:ext cx="2017503" cy="422908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W04B</a:t>
          </a:r>
        </a:p>
      </dsp:txBody>
      <dsp:txXfrm>
        <a:off x="2839436" y="406643"/>
        <a:ext cx="2017503" cy="422908"/>
      </dsp:txXfrm>
    </dsp:sp>
    <dsp:sp modelId="{845D6221-A25A-42C1-A26F-2A16061A448D}">
      <dsp:nvSpPr>
        <dsp:cNvPr id="0" name=""/>
        <dsp:cNvSpPr/>
      </dsp:nvSpPr>
      <dsp:spPr>
        <a:xfrm>
          <a:off x="2628698" y="406643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328E31-E9EB-4A60-86EE-26596891A442}">
      <dsp:nvSpPr>
        <dsp:cNvPr id="0" name=""/>
        <dsp:cNvSpPr/>
      </dsp:nvSpPr>
      <dsp:spPr>
        <a:xfrm>
          <a:off x="2580943" y="1984580"/>
          <a:ext cx="9693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A98D6A-D891-4F09-81DC-2020A1DE0BD9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E22F6B-90CF-4709-BCBE-FC34CD832783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9F6EE0-C53B-4DE3-9C58-3B95A9819B36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Reporte con outputs pegados (nulos + rango)</a:t>
          </a:r>
          <a:endParaRPr lang="en-US" sz="2200" kern="1200"/>
        </a:p>
      </dsp:txBody>
      <dsp:txXfrm>
        <a:off x="1339618" y="2288"/>
        <a:ext cx="5024605" cy="1159843"/>
      </dsp:txXfrm>
    </dsp:sp>
    <dsp:sp modelId="{C7024129-BD30-4681-B8BF-D91EBF30A4DC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391806-4E88-4324-BBBB-C39CABC25505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907FD0-6571-4286-85D0-1802EF95A05C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1 decisión registrada en decisions_log.md</a:t>
          </a:r>
          <a:endParaRPr lang="en-US" sz="2200" kern="1200"/>
        </a:p>
      </dsp:txBody>
      <dsp:txXfrm>
        <a:off x="1339618" y="1452092"/>
        <a:ext cx="5024605" cy="1159843"/>
      </dsp:txXfrm>
    </dsp:sp>
    <dsp:sp modelId="{1B963D1B-F33A-40FF-9D7C-0297F7AE7679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E43997-3A78-4F39-9472-8C419559A5C7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16DE95-AE4E-4A2F-A5A1-8F031C6A9904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/>
            <a:t>Tabla quality_w04a (para tarea) + </a:t>
          </a:r>
          <a:r>
            <a:rPr lang="es-ES" sz="2200" kern="1200" dirty="0" err="1"/>
            <a:t>export</a:t>
          </a:r>
          <a:r>
            <a:rPr lang="es-ES" sz="2200" kern="1200" dirty="0"/>
            <a:t> CSV a </a:t>
          </a:r>
          <a:r>
            <a:rPr lang="es-ES" sz="2200" kern="1200" dirty="0" err="1"/>
            <a:t>artifacts</a:t>
          </a:r>
          <a:r>
            <a:rPr lang="es-ES" sz="2200" kern="1200" dirty="0"/>
            <a:t>/</a:t>
          </a:r>
          <a:endParaRPr lang="en-US" sz="2200" kern="1200" dirty="0"/>
        </a:p>
      </dsp:txBody>
      <dsp:txXfrm>
        <a:off x="1339618" y="2901896"/>
        <a:ext cx="5024605" cy="1159843"/>
      </dsp:txXfrm>
    </dsp:sp>
    <dsp:sp modelId="{816462BC-3C14-47B8-961A-CB1FA50BD40E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F53E51-4802-48AE-BB50-595087F12B18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AE81E7-D568-46D3-B6F1-E9A9053A5726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200" kern="1200" dirty="0"/>
            <a:t>Crear quality_w04a (3 </a:t>
          </a:r>
          <a:r>
            <a:rPr lang="es-CO" sz="2200" kern="1200" dirty="0" err="1"/>
            <a:t>checks</a:t>
          </a:r>
          <a:r>
            <a:rPr lang="es-CO" sz="2200" kern="1200" dirty="0"/>
            <a:t>) + </a:t>
          </a:r>
          <a:r>
            <a:rPr lang="es-CO" sz="2200" kern="1200" dirty="0" err="1"/>
            <a:t>export</a:t>
          </a:r>
          <a:r>
            <a:rPr lang="es-CO" sz="2200" kern="1200" dirty="0"/>
            <a:t> CSV y explicar</a:t>
          </a:r>
          <a:endParaRPr lang="en-US" sz="2200" kern="1200" dirty="0"/>
        </a:p>
      </dsp:txBody>
      <dsp:txXfrm>
        <a:off x="1339618" y="4351700"/>
        <a:ext cx="5024605" cy="11598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3/layout/SimpleTimelineDefaultVariant">
  <dgm:title val="Simple Timeline"/>
  <dgm:desc val="Displays events in chronological order. Each event should have a date or name up to medium length and the option to add a description that can be medium or a bit longer in length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align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2050">
                    <a:solidFill>
                      <a:srgbClr val="000000"/>
                    </a:solidFill>
                    <a:tailEnd type="arrow" w="med" len="med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arrow" w="med" len="med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55"/>
                        <dgm:constr type="t" for="ch" forName="L1TextContainer1" refType="h" fact="0.675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b" refFor="ch" refForName="DropPinPlaceHolder1"/>
                        <dgm:constr type="t" for="ch" forName="L2TextContainer1" refType="h" fact="0.8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55"/>
                        <dgm:constr type="t" for="ch" forName="L1TextContainer1" refType="h" fact="0.675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b" refFor="ch" refForName="DropPinPlaceHolder1"/>
                        <dgm:constr type="t" for="ch" forName="L2TextContainer1" refType="h" fact="0.8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7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6" fact="NaN" max="NaN"/>
                </dgm:ruleLst>
              </dgm:layoutNode>
              <dgm:layoutNode name="L1TextContainer1" styleLbl="alignNode1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20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 fact="2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55"/>
                        <dgm:constr type="t" for="ch" forName="L1TextContainer" refType="h" fact="0.675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b" refFor="ch" refForName="DropPinPlaceHolder"/>
                        <dgm:constr type="t" for="ch" forName="L2TextContainer" refType="h" fact="0.8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55"/>
                        <dgm:constr type="t" for="ch" forName="L1TextContainer" refType="h" fact="0.675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b" refFor="ch" refForName="DropPinPlaceHolder"/>
                        <dgm:constr type="t" for="ch" forName="L2TextContainer" refType="h" fact="0.8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7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6" fact="NaN" max="NaN"/>
                </dgm:ruleLst>
              </dgm:layoutNode>
              <dgm:layoutNode name="L1TextContainer" styleLbl="alignNode1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20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792CC8-CC3A-476A-97BC-0419C85D918A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5B9533-8E50-4FCD-BD2E-573D0829568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97214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Hoy dejamos de ‘consultar’ y empezamos a </a:t>
            </a:r>
            <a:r>
              <a:rPr lang="es-ES" b="1" dirty="0"/>
              <a:t>construir</a:t>
            </a:r>
            <a:r>
              <a:rPr lang="es-ES" dirty="0"/>
              <a:t>: tablas estables + primeras vistas de análisis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B9533-8E50-4FCD-BD2E-573D08295687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93944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“W02 descubrió el problema, W03A puso reglas, W03B lo convierte en estructura real.”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B9533-8E50-4FCD-BD2E-573D08295687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89606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dirty="0"/>
              <a:t>“El contrato reduce ambigüedad y permite trabajar en equipo sin caos.”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B9533-8E50-4FCD-BD2E-573D08295687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1386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Estas reglas no son ‘verdad universal’: son una primera barrera para análisis confiable.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B9533-8E50-4FCD-BD2E-573D08295687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0573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Esto es el antídoto directo del problema de W02.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B9533-8E50-4FCD-BD2E-573D08295687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3325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200" dirty="0"/>
              <a:t>“Definir </a:t>
            </a:r>
            <a:r>
              <a:rPr lang="es-CO" sz="1200" dirty="0" err="1"/>
              <a:t>grain</a:t>
            </a:r>
            <a:r>
              <a:rPr lang="es-CO" sz="1200" dirty="0"/>
              <a:t> primero hace que todo lo demás tenga sentido.”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B9533-8E50-4FCD-BD2E-573D08295687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58200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dirty="0"/>
              <a:t>“Gold no es ‘más datos’: es </a:t>
            </a:r>
            <a:r>
              <a:rPr lang="es-CO" i="1" dirty="0"/>
              <a:t>más listo para decisión</a:t>
            </a:r>
            <a:r>
              <a:rPr lang="es-CO" dirty="0"/>
              <a:t>.”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B9533-8E50-4FCD-BD2E-573D08295687}" type="slidenum">
              <a:rPr lang="es-CO" smtClean="0"/>
              <a:t>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068098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Ingeniería de datos sin evidencia es fe. Aquí exigimos evidencia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B9533-8E50-4FCD-BD2E-573D08295687}" type="slidenum">
              <a:rPr lang="es-CO" smtClean="0"/>
              <a:t>10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663448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No me entreguen ‘código bonito’ sin evidencia. Entreguen pipeline + pruebas.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B9533-8E50-4FCD-BD2E-573D08295687}" type="slidenum">
              <a:rPr lang="es-CO" smtClean="0"/>
              <a:t>12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2448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F4F2F3-BC30-465E-A76B-D11616C7E0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B02C960-5F37-F414-EFC0-931A2083D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C560E9-ED19-32B2-D11D-0CAF79DAE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77E93-DF36-4B1C-A702-2DEB53B5F86F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9E29EA-778C-948F-63A7-E62E361B8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7A2DA8-B17B-2079-4F79-31BB8C20F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6BCB2-DB0A-4E6F-87AA-D26EFA2EFE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20420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536796-5078-0AAC-06FC-5DE5A057B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6AA743-871E-0A11-6B6D-958E321A9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7F5E7E-D721-F2D7-7D62-6D15506D1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77E93-DF36-4B1C-A702-2DEB53B5F86F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A5B032-499C-C472-E882-AA28D17D2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4B1F75-CB4E-7D65-C1F1-B669846AC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6BCB2-DB0A-4E6F-87AA-D26EFA2EFE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99826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BD618D-95E5-78B3-AF6E-4AE359FB4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4ADC28B-377D-80E4-2A92-DE1ECA3AE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63D082-E10D-C0FC-6958-74B49B898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77E93-DF36-4B1C-A702-2DEB53B5F86F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682AEC-CDDE-AD69-C32B-FAD2093B6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C80C34-3A64-0D7D-C153-26CC26FB9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6BCB2-DB0A-4E6F-87AA-D26EFA2EFE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21570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B61BE7-1EF2-AF1B-9C73-50195001E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2107DE-4637-8FC6-D994-A27789C287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581B697-A730-74C0-3F52-FD7EAAEBC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1DB392-DEB9-29B1-EB70-73EC0BC72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77E93-DF36-4B1C-A702-2DEB53B5F86F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999113-E517-789D-848F-0228633EC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B0B51-200B-321E-ADFC-59DDC57B6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6BCB2-DB0A-4E6F-87AA-D26EFA2EFE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4048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F382A6-894A-C529-C167-954BDE751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62D168-B801-0924-F6F5-584F685E2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F267AF-FF8A-F14E-AACE-09F4AB8239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062412D-CAB8-8429-FD4D-82FF99268E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C83B42C-2CE4-5C78-A95E-232502399F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B42CDA3-A044-57B9-5380-7294D12CC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77E93-DF36-4B1C-A702-2DEB53B5F86F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AD94E8E-246D-4FAD-C7B3-BA46E0391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02FE310-4D30-BABB-D2A8-A8AF8B706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6BCB2-DB0A-4E6F-87AA-D26EFA2EFE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48645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9DDD55-2E95-38DE-15A1-8C7572F5A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1E167DB-CA8F-A4C7-5B5F-37CA2F652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77E93-DF36-4B1C-A702-2DEB53B5F86F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0115358-0E13-88E0-8C50-F5A70B31F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B4B0695-990F-9B4E-BD39-373DB0D6C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6BCB2-DB0A-4E6F-87AA-D26EFA2EFE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87730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68AE863-121B-74E2-F76E-1DC6CDDF8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77E93-DF36-4B1C-A702-2DEB53B5F86F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B48F622-AA8E-5A35-9D35-CA17932F4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5279E54-74DB-8E96-EFF7-B4261FAFE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6BCB2-DB0A-4E6F-87AA-D26EFA2EFE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55072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4A8033-7C85-D0DA-8398-C5CCEE366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25F845-81CC-A40C-7438-FDE79DE34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850E2E5-403B-5E51-3FDD-D34F3116A8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B1B1141-A915-2CBB-580D-1994E5F71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77E93-DF36-4B1C-A702-2DEB53B5F86F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F786BB9-C123-401F-555C-F426162B0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2852468-8284-84DA-0AC5-7E2D5800F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6BCB2-DB0A-4E6F-87AA-D26EFA2EFE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95473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C17B8D-971A-2A3E-38F9-35A701D7D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B9D8699-DEB8-9A81-5557-B717F84599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B41DE7D-B6A0-12FF-DD5E-F08DA3CAB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CFB47F5-2E09-284F-7012-CC0E4D2FD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77E93-DF36-4B1C-A702-2DEB53B5F86F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53D9DC-5A51-62B6-B496-E3EF88189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9CA1684-F39C-F7F9-83BF-2F6EA3678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6BCB2-DB0A-4E6F-87AA-D26EFA2EFE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54919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683291-9003-8495-33DA-8A3308FA8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03B5236-DB5F-2E82-E7FA-AA2944AD6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7A8E53-E056-334A-1627-78F7935CA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77E93-DF36-4B1C-A702-2DEB53B5F86F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6BE088-51E5-FF87-CF19-BE4313EF5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3CE94A-4140-1595-0601-363B6160F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6BCB2-DB0A-4E6F-87AA-D26EFA2EFE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0329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230EE46-0685-6CD1-AFEF-C8FC14DD70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6E0E250-EDD1-0E49-73BE-2F241ADE21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52A7C1-6B74-0040-47D6-AD675F425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77E93-DF36-4B1C-A702-2DEB53B5F86F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02E599-DD2A-8F6B-98DF-504E701C7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C4A744-93B8-0E3D-B988-052E1A887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6BCB2-DB0A-4E6F-87AA-D26EFA2EFE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39993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389268A-1515-EABE-56F5-BD9FB839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95F697-2297-5C83-1F4F-5C94E08D0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E22DD8-9F89-73D9-0981-6583816A8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077E93-DF36-4B1C-A702-2DEB53B5F86F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55E275-D6D5-D754-9CAC-D854C800E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D1731D-0BF8-8389-36EF-E07F62EFC7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F6BCB2-DB0A-4E6F-87AA-D26EFA2EFE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32481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microsoft.com/office/2017/06/relationships/model3d" Target="../media/model3d1.glb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Rectangle 1030">
            <a:extLst>
              <a:ext uri="{FF2B5EF4-FFF2-40B4-BE49-F238E27FC236}">
                <a16:creationId xmlns:a16="http://schemas.microsoft.com/office/drawing/2014/main" id="{9C6777B5-64F4-4200-B099-34168B69F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 wallpaper that says gold and silver. | Premium Photo">
            <a:extLst>
              <a:ext uri="{FF2B5EF4-FFF2-40B4-BE49-F238E27FC236}">
                <a16:creationId xmlns:a16="http://schemas.microsoft.com/office/drawing/2014/main" id="{24ED8CA3-21B5-D4A3-B4F0-E857BE3FC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34" b="10130"/>
          <a:stretch>
            <a:fillRect/>
          </a:stretch>
        </p:blipFill>
        <p:spPr bwMode="auto">
          <a:xfrm>
            <a:off x="20" y="10"/>
            <a:ext cx="12191980" cy="6095990"/>
          </a:xfrm>
          <a:custGeom>
            <a:avLst/>
            <a:gdLst/>
            <a:ahLst/>
            <a:cxnLst/>
            <a:rect l="l" t="t" r="r" b="b"/>
            <a:pathLst>
              <a:path w="12192000" h="6096000">
                <a:moveTo>
                  <a:pt x="7230262" y="5906862"/>
                </a:moveTo>
                <a:lnTo>
                  <a:pt x="7197115" y="5913338"/>
                </a:lnTo>
                <a:lnTo>
                  <a:pt x="7214545" y="5911744"/>
                </a:lnTo>
                <a:cubicBezTo>
                  <a:pt x="7220308" y="5910958"/>
                  <a:pt x="7225785" y="5909624"/>
                  <a:pt x="7230262" y="5906862"/>
                </a:cubicBezTo>
                <a:close/>
                <a:moveTo>
                  <a:pt x="7009120" y="5850263"/>
                </a:moveTo>
                <a:lnTo>
                  <a:pt x="7021563" y="5861355"/>
                </a:lnTo>
                <a:lnTo>
                  <a:pt x="7021563" y="5861354"/>
                </a:lnTo>
                <a:close/>
                <a:moveTo>
                  <a:pt x="7768443" y="5742074"/>
                </a:moveTo>
                <a:lnTo>
                  <a:pt x="7768443" y="5742075"/>
                </a:lnTo>
                <a:lnTo>
                  <a:pt x="7792447" y="5764553"/>
                </a:lnTo>
                <a:cubicBezTo>
                  <a:pt x="7785969" y="5758457"/>
                  <a:pt x="7779301" y="5752361"/>
                  <a:pt x="7768443" y="5742074"/>
                </a:cubicBezTo>
                <a:close/>
                <a:moveTo>
                  <a:pt x="4038748" y="5739955"/>
                </a:moveTo>
                <a:lnTo>
                  <a:pt x="4030517" y="5751599"/>
                </a:lnTo>
                <a:cubicBezTo>
                  <a:pt x="4026230" y="5759505"/>
                  <a:pt x="4021242" y="5765745"/>
                  <a:pt x="4015609" y="5770450"/>
                </a:cubicBezTo>
                <a:lnTo>
                  <a:pt x="3996845" y="5780104"/>
                </a:lnTo>
                <a:cubicBezTo>
                  <a:pt x="4010562" y="5776555"/>
                  <a:pt x="4021944" y="5767411"/>
                  <a:pt x="4030518" y="5751599"/>
                </a:cubicBezTo>
                <a:close/>
                <a:moveTo>
                  <a:pt x="6245343" y="5736549"/>
                </a:moveTo>
                <a:lnTo>
                  <a:pt x="6274406" y="5743345"/>
                </a:lnTo>
                <a:lnTo>
                  <a:pt x="6291247" y="5749662"/>
                </a:lnTo>
                <a:lnTo>
                  <a:pt x="6291385" y="5749714"/>
                </a:lnTo>
                <a:lnTo>
                  <a:pt x="6306284" y="5755552"/>
                </a:lnTo>
                <a:lnTo>
                  <a:pt x="6308075" y="5755968"/>
                </a:lnTo>
                <a:lnTo>
                  <a:pt x="6313855" y="5758133"/>
                </a:lnTo>
                <a:cubicBezTo>
                  <a:pt x="6321454" y="5760521"/>
                  <a:pt x="6329151" y="5762258"/>
                  <a:pt x="6337048" y="5762696"/>
                </a:cubicBezTo>
                <a:lnTo>
                  <a:pt x="6308075" y="5755968"/>
                </a:lnTo>
                <a:lnTo>
                  <a:pt x="6291385" y="5749714"/>
                </a:lnTo>
                <a:lnTo>
                  <a:pt x="6276197" y="5743764"/>
                </a:lnTo>
                <a:lnTo>
                  <a:pt x="6274406" y="5743345"/>
                </a:lnTo>
                <a:lnTo>
                  <a:pt x="6268613" y="5741171"/>
                </a:lnTo>
                <a:cubicBezTo>
                  <a:pt x="6260996" y="5738770"/>
                  <a:pt x="6253273" y="5737013"/>
                  <a:pt x="6245343" y="5736549"/>
                </a:cubicBezTo>
                <a:close/>
                <a:moveTo>
                  <a:pt x="6558837" y="5706717"/>
                </a:moveTo>
                <a:cubicBezTo>
                  <a:pt x="6548970" y="5706068"/>
                  <a:pt x="6539355" y="5706473"/>
                  <a:pt x="6529984" y="5708163"/>
                </a:cubicBezTo>
                <a:lnTo>
                  <a:pt x="6589207" y="5711593"/>
                </a:lnTo>
                <a:cubicBezTo>
                  <a:pt x="6578825" y="5709068"/>
                  <a:pt x="6568705" y="5707366"/>
                  <a:pt x="6558837" y="5706717"/>
                </a:cubicBezTo>
                <a:close/>
                <a:moveTo>
                  <a:pt x="4834454" y="5646059"/>
                </a:moveTo>
                <a:cubicBezTo>
                  <a:pt x="4849504" y="5662538"/>
                  <a:pt x="4866316" y="5668776"/>
                  <a:pt x="4883986" y="5670301"/>
                </a:cubicBezTo>
                <a:lnTo>
                  <a:pt x="4858238" y="5663787"/>
                </a:lnTo>
                <a:cubicBezTo>
                  <a:pt x="4849945" y="5659978"/>
                  <a:pt x="4841980" y="5654298"/>
                  <a:pt x="4834454" y="5646059"/>
                </a:cubicBezTo>
                <a:close/>
                <a:moveTo>
                  <a:pt x="5056443" y="5643725"/>
                </a:moveTo>
                <a:lnTo>
                  <a:pt x="5072588" y="5644505"/>
                </a:lnTo>
                <a:cubicBezTo>
                  <a:pt x="5078053" y="5645963"/>
                  <a:pt x="5083590" y="5648726"/>
                  <a:pt x="5089162" y="5653107"/>
                </a:cubicBezTo>
                <a:cubicBezTo>
                  <a:pt x="5078019" y="5644344"/>
                  <a:pt x="5067015" y="5642058"/>
                  <a:pt x="5056443" y="5643725"/>
                </a:cubicBezTo>
                <a:close/>
                <a:moveTo>
                  <a:pt x="739852" y="5343843"/>
                </a:moveTo>
                <a:cubicBezTo>
                  <a:pt x="733899" y="5350392"/>
                  <a:pt x="728660" y="5358013"/>
                  <a:pt x="724278" y="5365062"/>
                </a:cubicBezTo>
                <a:cubicBezTo>
                  <a:pt x="719849" y="5372206"/>
                  <a:pt x="714527" y="5377552"/>
                  <a:pt x="708621" y="5381222"/>
                </a:cubicBezTo>
                <a:lnTo>
                  <a:pt x="691439" y="5386697"/>
                </a:lnTo>
                <a:lnTo>
                  <a:pt x="708622" y="5381222"/>
                </a:lnTo>
                <a:cubicBezTo>
                  <a:pt x="714527" y="5377552"/>
                  <a:pt x="719849" y="5372206"/>
                  <a:pt x="724279" y="5365062"/>
                </a:cubicBezTo>
                <a:cubicBezTo>
                  <a:pt x="728660" y="5358013"/>
                  <a:pt x="733899" y="5350392"/>
                  <a:pt x="739852" y="5343843"/>
                </a:cubicBezTo>
                <a:close/>
                <a:moveTo>
                  <a:pt x="8934151" y="5275333"/>
                </a:moveTo>
                <a:cubicBezTo>
                  <a:pt x="8940248" y="5280573"/>
                  <a:pt x="8947058" y="5285906"/>
                  <a:pt x="8954249" y="5290264"/>
                </a:cubicBezTo>
                <a:lnTo>
                  <a:pt x="8962389" y="5293563"/>
                </a:lnTo>
                <a:lnTo>
                  <a:pt x="8954250" y="5290264"/>
                </a:lnTo>
                <a:cubicBezTo>
                  <a:pt x="8947058" y="5285906"/>
                  <a:pt x="8940248" y="5280573"/>
                  <a:pt x="8934151" y="5275333"/>
                </a:cubicBezTo>
                <a:close/>
                <a:moveTo>
                  <a:pt x="2314816" y="5273737"/>
                </a:moveTo>
                <a:cubicBezTo>
                  <a:pt x="2309720" y="5274714"/>
                  <a:pt x="2304339" y="5276762"/>
                  <a:pt x="2300909" y="5279143"/>
                </a:cubicBezTo>
                <a:cubicBezTo>
                  <a:pt x="2267856" y="5302385"/>
                  <a:pt x="2242281" y="5314291"/>
                  <a:pt x="2216515" y="5314887"/>
                </a:cubicBezTo>
                <a:cubicBezTo>
                  <a:pt x="2242281" y="5314291"/>
                  <a:pt x="2267856" y="5302385"/>
                  <a:pt x="2300910" y="5279143"/>
                </a:cubicBezTo>
                <a:close/>
                <a:moveTo>
                  <a:pt x="1916629" y="5252000"/>
                </a:moveTo>
                <a:lnTo>
                  <a:pt x="1907132" y="5255330"/>
                </a:lnTo>
                <a:lnTo>
                  <a:pt x="1866619" y="5265015"/>
                </a:lnTo>
                <a:lnTo>
                  <a:pt x="1907133" y="5255330"/>
                </a:lnTo>
                <a:close/>
                <a:moveTo>
                  <a:pt x="2058204" y="5241232"/>
                </a:moveTo>
                <a:cubicBezTo>
                  <a:pt x="2076636" y="5242946"/>
                  <a:pt x="2095174" y="5243803"/>
                  <a:pt x="2108194" y="5255939"/>
                </a:cubicBezTo>
                <a:cubicBezTo>
                  <a:pt x="2095175" y="5243803"/>
                  <a:pt x="2076636" y="5242946"/>
                  <a:pt x="2058204" y="5241232"/>
                </a:cubicBezTo>
                <a:close/>
                <a:moveTo>
                  <a:pt x="0" y="0"/>
                </a:moveTo>
                <a:lnTo>
                  <a:pt x="12191456" y="0"/>
                </a:lnTo>
                <a:lnTo>
                  <a:pt x="12191456" y="873938"/>
                </a:lnTo>
                <a:lnTo>
                  <a:pt x="12192000" y="873938"/>
                </a:lnTo>
                <a:lnTo>
                  <a:pt x="12192000" y="3249107"/>
                </a:lnTo>
                <a:cubicBezTo>
                  <a:pt x="12192000" y="3264730"/>
                  <a:pt x="12192000" y="3274255"/>
                  <a:pt x="12192000" y="3283970"/>
                </a:cubicBezTo>
                <a:lnTo>
                  <a:pt x="12192000" y="3681702"/>
                </a:lnTo>
                <a:lnTo>
                  <a:pt x="12160947" y="3710323"/>
                </a:lnTo>
                <a:cubicBezTo>
                  <a:pt x="12118083" y="3731849"/>
                  <a:pt x="12072360" y="3751282"/>
                  <a:pt x="12026448" y="3770523"/>
                </a:cubicBezTo>
                <a:cubicBezTo>
                  <a:pt x="12013114" y="3776049"/>
                  <a:pt x="11998443" y="3779097"/>
                  <a:pt x="11986443" y="3786526"/>
                </a:cubicBezTo>
                <a:cubicBezTo>
                  <a:pt x="11931195" y="3820436"/>
                  <a:pt x="11877664" y="3857014"/>
                  <a:pt x="11821656" y="3889591"/>
                </a:cubicBezTo>
                <a:cubicBezTo>
                  <a:pt x="11763931" y="3923310"/>
                  <a:pt x="11712304" y="3963126"/>
                  <a:pt x="11672489" y="4017039"/>
                </a:cubicBezTo>
                <a:cubicBezTo>
                  <a:pt x="11635529" y="4067143"/>
                  <a:pt x="11599714" y="4118007"/>
                  <a:pt x="11562947" y="4168300"/>
                </a:cubicBezTo>
                <a:cubicBezTo>
                  <a:pt x="11553613" y="4181065"/>
                  <a:pt x="11545039" y="4196115"/>
                  <a:pt x="11532275" y="4204307"/>
                </a:cubicBezTo>
                <a:cubicBezTo>
                  <a:pt x="11505795" y="4221452"/>
                  <a:pt x="11476838" y="4235359"/>
                  <a:pt x="11448453" y="4249457"/>
                </a:cubicBezTo>
                <a:cubicBezTo>
                  <a:pt x="11424069" y="4261459"/>
                  <a:pt x="11398160" y="4270411"/>
                  <a:pt x="11374346" y="4283366"/>
                </a:cubicBezTo>
                <a:cubicBezTo>
                  <a:pt x="11355296" y="4293655"/>
                  <a:pt x="11338339" y="4307943"/>
                  <a:pt x="11320623" y="4320897"/>
                </a:cubicBezTo>
                <a:cubicBezTo>
                  <a:pt x="11305192" y="4332136"/>
                  <a:pt x="11288238" y="4341852"/>
                  <a:pt x="11275283" y="4355378"/>
                </a:cubicBezTo>
                <a:cubicBezTo>
                  <a:pt x="11243658" y="4388145"/>
                  <a:pt x="11211843" y="4420340"/>
                  <a:pt x="11172600" y="4444536"/>
                </a:cubicBezTo>
                <a:cubicBezTo>
                  <a:pt x="11133927" y="4468538"/>
                  <a:pt x="11097350" y="4495401"/>
                  <a:pt x="11058869" y="4519786"/>
                </a:cubicBezTo>
                <a:cubicBezTo>
                  <a:pt x="11021146" y="4543599"/>
                  <a:pt x="10987046" y="4569697"/>
                  <a:pt x="10967423" y="4611991"/>
                </a:cubicBezTo>
                <a:cubicBezTo>
                  <a:pt x="10958661" y="4630659"/>
                  <a:pt x="10946279" y="4651044"/>
                  <a:pt x="10929704" y="4661903"/>
                </a:cubicBezTo>
                <a:cubicBezTo>
                  <a:pt x="10906081" y="4677334"/>
                  <a:pt x="10876171" y="4682859"/>
                  <a:pt x="10850453" y="4696003"/>
                </a:cubicBezTo>
                <a:cubicBezTo>
                  <a:pt x="10820162" y="4711434"/>
                  <a:pt x="10785111" y="4724770"/>
                  <a:pt x="10764534" y="4749345"/>
                </a:cubicBezTo>
                <a:cubicBezTo>
                  <a:pt x="10746246" y="4771255"/>
                  <a:pt x="10727767" y="4788399"/>
                  <a:pt x="10703573" y="4802305"/>
                </a:cubicBezTo>
                <a:cubicBezTo>
                  <a:pt x="10686617" y="4812022"/>
                  <a:pt x="10674046" y="4829738"/>
                  <a:pt x="10656519" y="4837740"/>
                </a:cubicBezTo>
                <a:cubicBezTo>
                  <a:pt x="10633467" y="4848409"/>
                  <a:pt x="10610225" y="4856791"/>
                  <a:pt x="10590031" y="4873366"/>
                </a:cubicBezTo>
                <a:cubicBezTo>
                  <a:pt x="10569075" y="4890510"/>
                  <a:pt x="10545263" y="4904036"/>
                  <a:pt x="10523354" y="4920039"/>
                </a:cubicBezTo>
                <a:cubicBezTo>
                  <a:pt x="10511734" y="4928611"/>
                  <a:pt x="10502208" y="4939851"/>
                  <a:pt x="10490969" y="4948806"/>
                </a:cubicBezTo>
                <a:cubicBezTo>
                  <a:pt x="10470394" y="4965188"/>
                  <a:pt x="10449438" y="4981191"/>
                  <a:pt x="10428291" y="4996622"/>
                </a:cubicBezTo>
                <a:cubicBezTo>
                  <a:pt x="10407146" y="5012055"/>
                  <a:pt x="10386952" y="5029961"/>
                  <a:pt x="10363709" y="5041201"/>
                </a:cubicBezTo>
                <a:cubicBezTo>
                  <a:pt x="10324086" y="5060251"/>
                  <a:pt x="10280840" y="5071682"/>
                  <a:pt x="10242357" y="5092257"/>
                </a:cubicBezTo>
                <a:cubicBezTo>
                  <a:pt x="10203304" y="5113211"/>
                  <a:pt x="10166536" y="5139503"/>
                  <a:pt x="10131863" y="5167315"/>
                </a:cubicBezTo>
                <a:cubicBezTo>
                  <a:pt x="10104430" y="5189224"/>
                  <a:pt x="10078713" y="5210943"/>
                  <a:pt x="10044230" y="5222182"/>
                </a:cubicBezTo>
                <a:cubicBezTo>
                  <a:pt x="10024990" y="5228470"/>
                  <a:pt x="10004797" y="5242186"/>
                  <a:pt x="9993175" y="5258189"/>
                </a:cubicBezTo>
                <a:cubicBezTo>
                  <a:pt x="9968027" y="5293049"/>
                  <a:pt x="9935832" y="5317626"/>
                  <a:pt x="9899446" y="5338582"/>
                </a:cubicBezTo>
                <a:cubicBezTo>
                  <a:pt x="9850865" y="5366776"/>
                  <a:pt x="9802858" y="5395543"/>
                  <a:pt x="9754088" y="5423166"/>
                </a:cubicBezTo>
                <a:cubicBezTo>
                  <a:pt x="9725323" y="5439551"/>
                  <a:pt x="9696749" y="5456885"/>
                  <a:pt x="9666265" y="5468888"/>
                </a:cubicBezTo>
                <a:cubicBezTo>
                  <a:pt x="9603971" y="5493655"/>
                  <a:pt x="9540152" y="5514799"/>
                  <a:pt x="9477283" y="5537851"/>
                </a:cubicBezTo>
                <a:cubicBezTo>
                  <a:pt x="9456709" y="5545280"/>
                  <a:pt x="9437278" y="5555949"/>
                  <a:pt x="9416321" y="5562426"/>
                </a:cubicBezTo>
                <a:cubicBezTo>
                  <a:pt x="9393650" y="5569475"/>
                  <a:pt x="9369267" y="5571571"/>
                  <a:pt x="9346597" y="5578619"/>
                </a:cubicBezTo>
                <a:cubicBezTo>
                  <a:pt x="9308875" y="5590240"/>
                  <a:pt x="9272298" y="5605101"/>
                  <a:pt x="9234579" y="5616911"/>
                </a:cubicBezTo>
                <a:cubicBezTo>
                  <a:pt x="9161805" y="5639582"/>
                  <a:pt x="9088840" y="5661299"/>
                  <a:pt x="9015878" y="5682826"/>
                </a:cubicBezTo>
                <a:cubicBezTo>
                  <a:pt x="9000257" y="5687399"/>
                  <a:pt x="8983301" y="5687970"/>
                  <a:pt x="8967871" y="5692923"/>
                </a:cubicBezTo>
                <a:cubicBezTo>
                  <a:pt x="8926911" y="5706259"/>
                  <a:pt x="8886142" y="5720736"/>
                  <a:pt x="8845565" y="5735407"/>
                </a:cubicBezTo>
                <a:cubicBezTo>
                  <a:pt x="8820990" y="5744361"/>
                  <a:pt x="8796985" y="5755409"/>
                  <a:pt x="8772219" y="5763982"/>
                </a:cubicBezTo>
                <a:cubicBezTo>
                  <a:pt x="8752407" y="5770840"/>
                  <a:pt x="8732023" y="5776174"/>
                  <a:pt x="8711448" y="5780366"/>
                </a:cubicBezTo>
                <a:cubicBezTo>
                  <a:pt x="8693731" y="5783986"/>
                  <a:pt x="8675253" y="5783603"/>
                  <a:pt x="8657726" y="5787986"/>
                </a:cubicBezTo>
                <a:cubicBezTo>
                  <a:pt x="8610288" y="5799797"/>
                  <a:pt x="8563425" y="5813133"/>
                  <a:pt x="8516369" y="5825705"/>
                </a:cubicBezTo>
                <a:cubicBezTo>
                  <a:pt x="8497511" y="5830659"/>
                  <a:pt x="8478269" y="5834280"/>
                  <a:pt x="8459979" y="5840566"/>
                </a:cubicBezTo>
                <a:cubicBezTo>
                  <a:pt x="8411019" y="5857141"/>
                  <a:pt x="8362822" y="5875999"/>
                  <a:pt x="8313671" y="5891622"/>
                </a:cubicBezTo>
                <a:cubicBezTo>
                  <a:pt x="8272903" y="5904576"/>
                  <a:pt x="8230992" y="5913910"/>
                  <a:pt x="8189651" y="5925341"/>
                </a:cubicBezTo>
                <a:cubicBezTo>
                  <a:pt x="8172124" y="5930295"/>
                  <a:pt x="8155359" y="5937343"/>
                  <a:pt x="8137835" y="5941534"/>
                </a:cubicBezTo>
                <a:cubicBezTo>
                  <a:pt x="8098590" y="5951059"/>
                  <a:pt x="8058774" y="5959059"/>
                  <a:pt x="8019339" y="5968586"/>
                </a:cubicBezTo>
                <a:cubicBezTo>
                  <a:pt x="7996859" y="5974110"/>
                  <a:pt x="7975142" y="5984017"/>
                  <a:pt x="7952280" y="5987637"/>
                </a:cubicBezTo>
                <a:cubicBezTo>
                  <a:pt x="7897987" y="5996209"/>
                  <a:pt x="7843311" y="6002305"/>
                  <a:pt x="7788636" y="6009163"/>
                </a:cubicBezTo>
                <a:cubicBezTo>
                  <a:pt x="7732247" y="6016211"/>
                  <a:pt x="7676047" y="6023642"/>
                  <a:pt x="7619655" y="6029928"/>
                </a:cubicBezTo>
                <a:cubicBezTo>
                  <a:pt x="7588795" y="6033168"/>
                  <a:pt x="7557742" y="6033738"/>
                  <a:pt x="7526880" y="6036786"/>
                </a:cubicBezTo>
                <a:cubicBezTo>
                  <a:pt x="7499828" y="6039455"/>
                  <a:pt x="7472967" y="6044407"/>
                  <a:pt x="7445916" y="6047647"/>
                </a:cubicBezTo>
                <a:cubicBezTo>
                  <a:pt x="7422483" y="6050313"/>
                  <a:pt x="7398860" y="6051837"/>
                  <a:pt x="7375428" y="6054505"/>
                </a:cubicBezTo>
                <a:cubicBezTo>
                  <a:pt x="7337899" y="6058885"/>
                  <a:pt x="7300559" y="6063839"/>
                  <a:pt x="7263220" y="6068411"/>
                </a:cubicBezTo>
                <a:cubicBezTo>
                  <a:pt x="7247599" y="6070126"/>
                  <a:pt x="7231214" y="6074888"/>
                  <a:pt x="7216547" y="6072032"/>
                </a:cubicBezTo>
                <a:cubicBezTo>
                  <a:pt x="7179587" y="6064791"/>
                  <a:pt x="7143199" y="6066887"/>
                  <a:pt x="7106432" y="6071840"/>
                </a:cubicBezTo>
                <a:cubicBezTo>
                  <a:pt x="7093860" y="6073555"/>
                  <a:pt x="7080334" y="6073174"/>
                  <a:pt x="7068141" y="6069936"/>
                </a:cubicBezTo>
                <a:cubicBezTo>
                  <a:pt x="7043184" y="6063457"/>
                  <a:pt x="7018991" y="6054313"/>
                  <a:pt x="6994415" y="6046313"/>
                </a:cubicBezTo>
                <a:cubicBezTo>
                  <a:pt x="6991747" y="6045361"/>
                  <a:pt x="6988509" y="6045169"/>
                  <a:pt x="6985653" y="6044599"/>
                </a:cubicBezTo>
                <a:cubicBezTo>
                  <a:pt x="6969457" y="6041359"/>
                  <a:pt x="6953457" y="6038120"/>
                  <a:pt x="6937263" y="6035263"/>
                </a:cubicBezTo>
                <a:cubicBezTo>
                  <a:pt x="6928501" y="6033738"/>
                  <a:pt x="6919547" y="6033549"/>
                  <a:pt x="6910782" y="6032214"/>
                </a:cubicBezTo>
                <a:cubicBezTo>
                  <a:pt x="6876872" y="6026880"/>
                  <a:pt x="6839534" y="6035834"/>
                  <a:pt x="6810195" y="6012784"/>
                </a:cubicBezTo>
                <a:cubicBezTo>
                  <a:pt x="6791144" y="5997923"/>
                  <a:pt x="6772665" y="6001353"/>
                  <a:pt x="6752283" y="6003639"/>
                </a:cubicBezTo>
                <a:cubicBezTo>
                  <a:pt x="6736851" y="6005353"/>
                  <a:pt x="6721038" y="6004782"/>
                  <a:pt x="6705417" y="6004974"/>
                </a:cubicBezTo>
                <a:cubicBezTo>
                  <a:pt x="6677984" y="6005543"/>
                  <a:pt x="6650551" y="6005735"/>
                  <a:pt x="6623118" y="6006687"/>
                </a:cubicBezTo>
                <a:cubicBezTo>
                  <a:pt x="6614353" y="6007067"/>
                  <a:pt x="6605401" y="6011832"/>
                  <a:pt x="6596828" y="6011070"/>
                </a:cubicBezTo>
                <a:cubicBezTo>
                  <a:pt x="6557201" y="6007449"/>
                  <a:pt x="6517576" y="6001734"/>
                  <a:pt x="6477951" y="5998495"/>
                </a:cubicBezTo>
                <a:cubicBezTo>
                  <a:pt x="6455472" y="5996591"/>
                  <a:pt x="6432420" y="6000209"/>
                  <a:pt x="6410131" y="5997543"/>
                </a:cubicBezTo>
                <a:cubicBezTo>
                  <a:pt x="6384414" y="5994495"/>
                  <a:pt x="6359268" y="5986685"/>
                  <a:pt x="6333739" y="5981920"/>
                </a:cubicBezTo>
                <a:cubicBezTo>
                  <a:pt x="6326691" y="5980589"/>
                  <a:pt x="6318880" y="5982303"/>
                  <a:pt x="6311449" y="5982682"/>
                </a:cubicBezTo>
                <a:cubicBezTo>
                  <a:pt x="6303068" y="5983064"/>
                  <a:pt x="6294876" y="5983826"/>
                  <a:pt x="6286493" y="5984017"/>
                </a:cubicBezTo>
                <a:cubicBezTo>
                  <a:pt x="6260964" y="5984399"/>
                  <a:pt x="6235437" y="5983826"/>
                  <a:pt x="6209909" y="5985161"/>
                </a:cubicBezTo>
                <a:cubicBezTo>
                  <a:pt x="6194288" y="5985922"/>
                  <a:pt x="6177905" y="5993733"/>
                  <a:pt x="6163425" y="5990874"/>
                </a:cubicBezTo>
                <a:cubicBezTo>
                  <a:pt x="6133897" y="5985351"/>
                  <a:pt x="6104368" y="5997733"/>
                  <a:pt x="6074842" y="5987447"/>
                </a:cubicBezTo>
                <a:cubicBezTo>
                  <a:pt x="6065695" y="5984399"/>
                  <a:pt x="6053124" y="5992019"/>
                  <a:pt x="6042072" y="5992399"/>
                </a:cubicBezTo>
                <a:cubicBezTo>
                  <a:pt x="6014449" y="5993351"/>
                  <a:pt x="5986828" y="5993161"/>
                  <a:pt x="5959204" y="5992971"/>
                </a:cubicBezTo>
                <a:cubicBezTo>
                  <a:pt x="5934438" y="5992781"/>
                  <a:pt x="5908719" y="5995447"/>
                  <a:pt x="5884906" y="5990113"/>
                </a:cubicBezTo>
                <a:cubicBezTo>
                  <a:pt x="5859949" y="5984399"/>
                  <a:pt x="5837471" y="5985161"/>
                  <a:pt x="5813275" y="5991637"/>
                </a:cubicBezTo>
                <a:cubicBezTo>
                  <a:pt x="5796702" y="5996019"/>
                  <a:pt x="5779174" y="5996591"/>
                  <a:pt x="5762029" y="5997923"/>
                </a:cubicBezTo>
                <a:cubicBezTo>
                  <a:pt x="5743551" y="5999447"/>
                  <a:pt x="5723166" y="5995447"/>
                  <a:pt x="5706401" y="6001734"/>
                </a:cubicBezTo>
                <a:cubicBezTo>
                  <a:pt x="5656488" y="6020403"/>
                  <a:pt x="5605244" y="6024403"/>
                  <a:pt x="5553045" y="6024403"/>
                </a:cubicBezTo>
                <a:cubicBezTo>
                  <a:pt x="5543518" y="6024403"/>
                  <a:pt x="5533802" y="6021738"/>
                  <a:pt x="5524660" y="6018880"/>
                </a:cubicBezTo>
                <a:cubicBezTo>
                  <a:pt x="5471316" y="6001734"/>
                  <a:pt x="5417784" y="6003257"/>
                  <a:pt x="5363491" y="6013736"/>
                </a:cubicBezTo>
                <a:cubicBezTo>
                  <a:pt x="5352250" y="6016022"/>
                  <a:pt x="5339677" y="6016403"/>
                  <a:pt x="5328438" y="6014118"/>
                </a:cubicBezTo>
                <a:cubicBezTo>
                  <a:pt x="5296812" y="6007449"/>
                  <a:pt x="5266141" y="5996399"/>
                  <a:pt x="5234326" y="5991637"/>
                </a:cubicBezTo>
                <a:cubicBezTo>
                  <a:pt x="5181748" y="5983826"/>
                  <a:pt x="5136216" y="6010115"/>
                  <a:pt x="5089162" y="6027262"/>
                </a:cubicBezTo>
                <a:cubicBezTo>
                  <a:pt x="5044391" y="6043455"/>
                  <a:pt x="5006292" y="6080032"/>
                  <a:pt x="4953328" y="6071840"/>
                </a:cubicBezTo>
                <a:cubicBezTo>
                  <a:pt x="4947996" y="6071078"/>
                  <a:pt x="4942089" y="6076222"/>
                  <a:pt x="4936184" y="6077555"/>
                </a:cubicBezTo>
                <a:cubicBezTo>
                  <a:pt x="4919991" y="6081176"/>
                  <a:pt x="4903799" y="6085555"/>
                  <a:pt x="4887415" y="6087272"/>
                </a:cubicBezTo>
                <a:cubicBezTo>
                  <a:pt x="4867412" y="6089558"/>
                  <a:pt x="4847027" y="6088797"/>
                  <a:pt x="4827024" y="6090701"/>
                </a:cubicBezTo>
                <a:cubicBezTo>
                  <a:pt x="4814165" y="6091844"/>
                  <a:pt x="4801401" y="6093939"/>
                  <a:pt x="4788661" y="6095749"/>
                </a:cubicBezTo>
                <a:lnTo>
                  <a:pt x="4785776" y="6096000"/>
                </a:lnTo>
                <a:lnTo>
                  <a:pt x="4726469" y="6096000"/>
                </a:lnTo>
                <a:lnTo>
                  <a:pt x="4719697" y="6095130"/>
                </a:lnTo>
                <a:cubicBezTo>
                  <a:pt x="4709481" y="6092939"/>
                  <a:pt x="4699289" y="6090320"/>
                  <a:pt x="4689098" y="6088605"/>
                </a:cubicBezTo>
                <a:cubicBezTo>
                  <a:pt x="4660331" y="6083842"/>
                  <a:pt x="4628705" y="6085176"/>
                  <a:pt x="4603368" y="6072984"/>
                </a:cubicBezTo>
                <a:cubicBezTo>
                  <a:pt x="4576318" y="6060029"/>
                  <a:pt x="4550599" y="6054123"/>
                  <a:pt x="4522596" y="6058123"/>
                </a:cubicBezTo>
                <a:cubicBezTo>
                  <a:pt x="4513260" y="6059457"/>
                  <a:pt x="4501257" y="6067459"/>
                  <a:pt x="4497068" y="6075649"/>
                </a:cubicBezTo>
                <a:cubicBezTo>
                  <a:pt x="4487731" y="6093938"/>
                  <a:pt x="4474969" y="6097178"/>
                  <a:pt x="4457632" y="6090890"/>
                </a:cubicBezTo>
                <a:cubicBezTo>
                  <a:pt x="4442581" y="6085555"/>
                  <a:pt x="4424104" y="6082890"/>
                  <a:pt x="4413817" y="6072601"/>
                </a:cubicBezTo>
                <a:cubicBezTo>
                  <a:pt x="4384668" y="6043455"/>
                  <a:pt x="4347518" y="6042503"/>
                  <a:pt x="4311323" y="6034693"/>
                </a:cubicBezTo>
                <a:cubicBezTo>
                  <a:pt x="4289227" y="6029928"/>
                  <a:pt x="4268649" y="6029738"/>
                  <a:pt x="4246551" y="6032976"/>
                </a:cubicBezTo>
                <a:cubicBezTo>
                  <a:pt x="4198546" y="6040216"/>
                  <a:pt x="4151870" y="6029928"/>
                  <a:pt x="4105766" y="6016784"/>
                </a:cubicBezTo>
                <a:cubicBezTo>
                  <a:pt x="4075285" y="6008022"/>
                  <a:pt x="4044043" y="6002687"/>
                  <a:pt x="4013753" y="5993733"/>
                </a:cubicBezTo>
                <a:cubicBezTo>
                  <a:pt x="3991083" y="5986874"/>
                  <a:pt x="3968414" y="5978682"/>
                  <a:pt x="3947648" y="5967634"/>
                </a:cubicBezTo>
                <a:cubicBezTo>
                  <a:pt x="3917546" y="5951440"/>
                  <a:pt x="3891259" y="5927055"/>
                  <a:pt x="3852966" y="5933533"/>
                </a:cubicBezTo>
                <a:cubicBezTo>
                  <a:pt x="3819245" y="5939247"/>
                  <a:pt x="3788766" y="5927247"/>
                  <a:pt x="3757902" y="5915816"/>
                </a:cubicBezTo>
                <a:cubicBezTo>
                  <a:pt x="3735231" y="5907434"/>
                  <a:pt x="3712565" y="5898859"/>
                  <a:pt x="3689131" y="5893526"/>
                </a:cubicBezTo>
                <a:cubicBezTo>
                  <a:pt x="3661315" y="5887239"/>
                  <a:pt x="3629882" y="5889907"/>
                  <a:pt x="3605116" y="5878285"/>
                </a:cubicBezTo>
                <a:cubicBezTo>
                  <a:pt x="3579206" y="5866093"/>
                  <a:pt x="3557682" y="5874285"/>
                  <a:pt x="3534629" y="5877715"/>
                </a:cubicBezTo>
                <a:cubicBezTo>
                  <a:pt x="3497862" y="5883049"/>
                  <a:pt x="3461282" y="5892955"/>
                  <a:pt x="3424135" y="5880382"/>
                </a:cubicBezTo>
                <a:cubicBezTo>
                  <a:pt x="3378986" y="5865141"/>
                  <a:pt x="3334216" y="5848758"/>
                  <a:pt x="3288877" y="5834280"/>
                </a:cubicBezTo>
                <a:cubicBezTo>
                  <a:pt x="3271348" y="5828753"/>
                  <a:pt x="3252492" y="5826467"/>
                  <a:pt x="3234202" y="5823991"/>
                </a:cubicBezTo>
                <a:cubicBezTo>
                  <a:pt x="3216867" y="5821895"/>
                  <a:pt x="3196102" y="5827230"/>
                  <a:pt x="3182763" y="5819229"/>
                </a:cubicBezTo>
                <a:cubicBezTo>
                  <a:pt x="3148472" y="5798655"/>
                  <a:pt x="3113231" y="5788558"/>
                  <a:pt x="3073604" y="5788558"/>
                </a:cubicBezTo>
                <a:cubicBezTo>
                  <a:pt x="3058743" y="5788558"/>
                  <a:pt x="3044264" y="5779984"/>
                  <a:pt x="3029216" y="5778459"/>
                </a:cubicBezTo>
                <a:cubicBezTo>
                  <a:pt x="3008639" y="5776555"/>
                  <a:pt x="2985016" y="5771411"/>
                  <a:pt x="2967110" y="5778651"/>
                </a:cubicBezTo>
                <a:cubicBezTo>
                  <a:pt x="2925008" y="5795797"/>
                  <a:pt x="2890910" y="5781507"/>
                  <a:pt x="2854140" y="5764553"/>
                </a:cubicBezTo>
                <a:cubicBezTo>
                  <a:pt x="2817943" y="5747789"/>
                  <a:pt x="2779842" y="5734455"/>
                  <a:pt x="2741360" y="5723403"/>
                </a:cubicBezTo>
                <a:cubicBezTo>
                  <a:pt x="2726882" y="5719403"/>
                  <a:pt x="2709548" y="5726072"/>
                  <a:pt x="2693543" y="5727405"/>
                </a:cubicBezTo>
                <a:cubicBezTo>
                  <a:pt x="2687827" y="5727786"/>
                  <a:pt x="2681540" y="5728358"/>
                  <a:pt x="2676398" y="5726453"/>
                </a:cubicBezTo>
                <a:cubicBezTo>
                  <a:pt x="2626677" y="5708163"/>
                  <a:pt x="2576191" y="5694257"/>
                  <a:pt x="2522279" y="5703782"/>
                </a:cubicBezTo>
                <a:cubicBezTo>
                  <a:pt x="2517327" y="5704735"/>
                  <a:pt x="2511800" y="5702639"/>
                  <a:pt x="2506847" y="5701305"/>
                </a:cubicBezTo>
                <a:cubicBezTo>
                  <a:pt x="2482652" y="5694447"/>
                  <a:pt x="2459029" y="5683589"/>
                  <a:pt x="2434456" y="5681112"/>
                </a:cubicBezTo>
                <a:cubicBezTo>
                  <a:pt x="2373874" y="5675016"/>
                  <a:pt x="2312915" y="5672538"/>
                  <a:pt x="2251948" y="5668538"/>
                </a:cubicBezTo>
                <a:cubicBezTo>
                  <a:pt x="2248138" y="5668349"/>
                  <a:pt x="2244137" y="5668349"/>
                  <a:pt x="2240710" y="5667014"/>
                </a:cubicBezTo>
                <a:cubicBezTo>
                  <a:pt x="2218229" y="5658822"/>
                  <a:pt x="2198608" y="5661490"/>
                  <a:pt x="2179556" y="5677111"/>
                </a:cubicBezTo>
                <a:cubicBezTo>
                  <a:pt x="2171173" y="5683969"/>
                  <a:pt x="2159743" y="5687589"/>
                  <a:pt x="2149267" y="5691399"/>
                </a:cubicBezTo>
                <a:cubicBezTo>
                  <a:pt x="2133834" y="5697115"/>
                  <a:pt x="2118023" y="5702639"/>
                  <a:pt x="2102021" y="5706259"/>
                </a:cubicBezTo>
                <a:cubicBezTo>
                  <a:pt x="2086208" y="5709688"/>
                  <a:pt x="2069254" y="5714449"/>
                  <a:pt x="2054013" y="5711784"/>
                </a:cubicBezTo>
                <a:cubicBezTo>
                  <a:pt x="2026581" y="5707022"/>
                  <a:pt x="2000479" y="5696353"/>
                  <a:pt x="1973429" y="5689303"/>
                </a:cubicBezTo>
                <a:cubicBezTo>
                  <a:pt x="1964094" y="5686826"/>
                  <a:pt x="1953806" y="5687209"/>
                  <a:pt x="1944092" y="5687017"/>
                </a:cubicBezTo>
                <a:cubicBezTo>
                  <a:pt x="1921800" y="5686447"/>
                  <a:pt x="1898940" y="5691971"/>
                  <a:pt x="1878748" y="5676159"/>
                </a:cubicBezTo>
                <a:cubicBezTo>
                  <a:pt x="1860079" y="5661299"/>
                  <a:pt x="1841216" y="5665680"/>
                  <a:pt x="1821596" y="5676920"/>
                </a:cubicBezTo>
                <a:cubicBezTo>
                  <a:pt x="1807497" y="5684922"/>
                  <a:pt x="1791496" y="5691209"/>
                  <a:pt x="1775684" y="5694257"/>
                </a:cubicBezTo>
                <a:cubicBezTo>
                  <a:pt x="1753965" y="5698447"/>
                  <a:pt x="1732439" y="5700163"/>
                  <a:pt x="1709006" y="5697685"/>
                </a:cubicBezTo>
                <a:cubicBezTo>
                  <a:pt x="1692431" y="5695971"/>
                  <a:pt x="1678904" y="5695209"/>
                  <a:pt x="1665950" y="5685113"/>
                </a:cubicBezTo>
                <a:cubicBezTo>
                  <a:pt x="1663856" y="5683589"/>
                  <a:pt x="1660046" y="5683207"/>
                  <a:pt x="1657188" y="5683399"/>
                </a:cubicBezTo>
                <a:cubicBezTo>
                  <a:pt x="1619658" y="5686637"/>
                  <a:pt x="1582510" y="5684922"/>
                  <a:pt x="1544598" y="5682634"/>
                </a:cubicBezTo>
                <a:cubicBezTo>
                  <a:pt x="1496403" y="5679589"/>
                  <a:pt x="1445725" y="5688541"/>
                  <a:pt x="1404006" y="5720546"/>
                </a:cubicBezTo>
                <a:cubicBezTo>
                  <a:pt x="1397909" y="5725310"/>
                  <a:pt x="1388765" y="5727405"/>
                  <a:pt x="1380762" y="5728549"/>
                </a:cubicBezTo>
                <a:cubicBezTo>
                  <a:pt x="1343044" y="5733501"/>
                  <a:pt x="1305132" y="5736930"/>
                  <a:pt x="1267411" y="5742455"/>
                </a:cubicBezTo>
                <a:cubicBezTo>
                  <a:pt x="1246837" y="5745503"/>
                  <a:pt x="1225310" y="5748170"/>
                  <a:pt x="1206641" y="5756553"/>
                </a:cubicBezTo>
                <a:cubicBezTo>
                  <a:pt x="1188354" y="5764743"/>
                  <a:pt x="1173681" y="5774459"/>
                  <a:pt x="1162823" y="5757315"/>
                </a:cubicBezTo>
                <a:cubicBezTo>
                  <a:pt x="1143394" y="5766459"/>
                  <a:pt x="1126437" y="5774080"/>
                  <a:pt x="1109865" y="5782270"/>
                </a:cubicBezTo>
                <a:cubicBezTo>
                  <a:pt x="1103767" y="5785318"/>
                  <a:pt x="1098623" y="5790272"/>
                  <a:pt x="1092527" y="5793130"/>
                </a:cubicBezTo>
                <a:cubicBezTo>
                  <a:pt x="1086048" y="5796178"/>
                  <a:pt x="1078810" y="5798082"/>
                  <a:pt x="1071762" y="5799607"/>
                </a:cubicBezTo>
                <a:cubicBezTo>
                  <a:pt x="1040327" y="5806465"/>
                  <a:pt x="1008894" y="5812751"/>
                  <a:pt x="977653" y="5820182"/>
                </a:cubicBezTo>
                <a:cubicBezTo>
                  <a:pt x="971554" y="5821705"/>
                  <a:pt x="966411" y="5827801"/>
                  <a:pt x="960887" y="5831801"/>
                </a:cubicBezTo>
                <a:cubicBezTo>
                  <a:pt x="957266" y="5834470"/>
                  <a:pt x="953648" y="5838470"/>
                  <a:pt x="949646" y="5839042"/>
                </a:cubicBezTo>
                <a:cubicBezTo>
                  <a:pt x="919165" y="5843614"/>
                  <a:pt x="888877" y="5848949"/>
                  <a:pt x="858205" y="5851234"/>
                </a:cubicBezTo>
                <a:cubicBezTo>
                  <a:pt x="832486" y="5853138"/>
                  <a:pt x="807719" y="5852568"/>
                  <a:pt x="801053" y="5885715"/>
                </a:cubicBezTo>
                <a:cubicBezTo>
                  <a:pt x="799909" y="5891432"/>
                  <a:pt x="791717" y="5897528"/>
                  <a:pt x="785432" y="5900384"/>
                </a:cubicBezTo>
                <a:cubicBezTo>
                  <a:pt x="767524" y="5908576"/>
                  <a:pt x="748471" y="5914101"/>
                  <a:pt x="730754" y="5922482"/>
                </a:cubicBezTo>
                <a:cubicBezTo>
                  <a:pt x="672650" y="5950488"/>
                  <a:pt x="611880" y="5968205"/>
                  <a:pt x="546917" y="5964966"/>
                </a:cubicBezTo>
                <a:cubicBezTo>
                  <a:pt x="526724" y="5964014"/>
                  <a:pt x="507102" y="5953726"/>
                  <a:pt x="494337" y="5949915"/>
                </a:cubicBezTo>
                <a:cubicBezTo>
                  <a:pt x="457572" y="5964966"/>
                  <a:pt x="426709" y="5979445"/>
                  <a:pt x="394511" y="5990303"/>
                </a:cubicBezTo>
                <a:cubicBezTo>
                  <a:pt x="366127" y="6000019"/>
                  <a:pt x="336408" y="6006115"/>
                  <a:pt x="307259" y="6013163"/>
                </a:cubicBezTo>
                <a:cubicBezTo>
                  <a:pt x="296590" y="6015832"/>
                  <a:pt x="285732" y="6017355"/>
                  <a:pt x="274873" y="6018690"/>
                </a:cubicBezTo>
                <a:cubicBezTo>
                  <a:pt x="240965" y="6022880"/>
                  <a:pt x="205529" y="6012784"/>
                  <a:pt x="172384" y="6028786"/>
                </a:cubicBezTo>
                <a:cubicBezTo>
                  <a:pt x="155046" y="6037168"/>
                  <a:pt x="137898" y="6047265"/>
                  <a:pt x="119613" y="6051647"/>
                </a:cubicBezTo>
                <a:cubicBezTo>
                  <a:pt x="99990" y="6056409"/>
                  <a:pt x="80794" y="6063839"/>
                  <a:pt x="61197" y="6069150"/>
                </a:cubicBezTo>
                <a:lnTo>
                  <a:pt x="544" y="6073921"/>
                </a:lnTo>
                <a:lnTo>
                  <a:pt x="544" y="5946682"/>
                </a:lnTo>
                <a:lnTo>
                  <a:pt x="0" y="5946682"/>
                </a:lnTo>
                <a:lnTo>
                  <a:pt x="0" y="1335314"/>
                </a:lnTo>
                <a:lnTo>
                  <a:pt x="0" y="873938"/>
                </a:lnTo>
                <a:close/>
              </a:path>
            </a:pathLst>
          </a:custGeom>
          <a:noFill/>
          <a:effectLst>
            <a:outerShdw blurRad="381000" dist="152400" dir="5400000" algn="t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41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8350" cy="6038850"/>
          </a:xfrm>
          <a:custGeom>
            <a:avLst/>
            <a:gdLst>
              <a:gd name="connsiteX0" fmla="*/ 0 w 12192000"/>
              <a:gd name="connsiteY0" fmla="*/ 0 h 5835650"/>
              <a:gd name="connsiteX1" fmla="*/ 12192000 w 12192000"/>
              <a:gd name="connsiteY1" fmla="*/ 0 h 5835650"/>
              <a:gd name="connsiteX2" fmla="*/ 12192000 w 12192000"/>
              <a:gd name="connsiteY2" fmla="*/ 5835650 h 5835650"/>
              <a:gd name="connsiteX3" fmla="*/ 0 w 12192000"/>
              <a:gd name="connsiteY3" fmla="*/ 5835650 h 5835650"/>
              <a:gd name="connsiteX4" fmla="*/ 0 w 12192000"/>
              <a:gd name="connsiteY4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0 w 12198350"/>
              <a:gd name="connsiteY4" fmla="*/ 5835650 h 5835650"/>
              <a:gd name="connsiteX5" fmla="*/ 0 w 12198350"/>
              <a:gd name="connsiteY5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0 w 12198350"/>
              <a:gd name="connsiteY5" fmla="*/ 5835650 h 5835650"/>
              <a:gd name="connsiteX6" fmla="*/ 0 w 12198350"/>
              <a:gd name="connsiteY6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1822450 w 12198350"/>
              <a:gd name="connsiteY5" fmla="*/ 5829300 h 5835650"/>
              <a:gd name="connsiteX6" fmla="*/ 0 w 12198350"/>
              <a:gd name="connsiteY6" fmla="*/ 5835650 h 5835650"/>
              <a:gd name="connsiteX7" fmla="*/ 0 w 12198350"/>
              <a:gd name="connsiteY7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1727200 w 12198350"/>
              <a:gd name="connsiteY5" fmla="*/ 5486400 h 5835650"/>
              <a:gd name="connsiteX6" fmla="*/ 0 w 12198350"/>
              <a:gd name="connsiteY6" fmla="*/ 5835650 h 5835650"/>
              <a:gd name="connsiteX7" fmla="*/ 0 w 12198350"/>
              <a:gd name="connsiteY7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3854450 w 12198350"/>
              <a:gd name="connsiteY5" fmla="*/ 5695950 h 5835650"/>
              <a:gd name="connsiteX6" fmla="*/ 1727200 w 12198350"/>
              <a:gd name="connsiteY6" fmla="*/ 5486400 h 5835650"/>
              <a:gd name="connsiteX7" fmla="*/ 0 w 12198350"/>
              <a:gd name="connsiteY7" fmla="*/ 5835650 h 5835650"/>
              <a:gd name="connsiteX8" fmla="*/ 0 w 12198350"/>
              <a:gd name="connsiteY8" fmla="*/ 0 h 5835650"/>
              <a:gd name="connsiteX0" fmla="*/ 0 w 12198350"/>
              <a:gd name="connsiteY0" fmla="*/ 0 h 5842000"/>
              <a:gd name="connsiteX1" fmla="*/ 12192000 w 12198350"/>
              <a:gd name="connsiteY1" fmla="*/ 0 h 5842000"/>
              <a:gd name="connsiteX2" fmla="*/ 12198350 w 12198350"/>
              <a:gd name="connsiteY2" fmla="*/ 3505200 h 5842000"/>
              <a:gd name="connsiteX3" fmla="*/ 12192000 w 12198350"/>
              <a:gd name="connsiteY3" fmla="*/ 5835650 h 5842000"/>
              <a:gd name="connsiteX4" fmla="*/ 5060950 w 12198350"/>
              <a:gd name="connsiteY4" fmla="*/ 5835650 h 5842000"/>
              <a:gd name="connsiteX5" fmla="*/ 3663950 w 12198350"/>
              <a:gd name="connsiteY5" fmla="*/ 5842000 h 5842000"/>
              <a:gd name="connsiteX6" fmla="*/ 1727200 w 12198350"/>
              <a:gd name="connsiteY6" fmla="*/ 5486400 h 5842000"/>
              <a:gd name="connsiteX7" fmla="*/ 0 w 12198350"/>
              <a:gd name="connsiteY7" fmla="*/ 5835650 h 5842000"/>
              <a:gd name="connsiteX8" fmla="*/ 0 w 12198350"/>
              <a:gd name="connsiteY8" fmla="*/ 0 h 5842000"/>
              <a:gd name="connsiteX0" fmla="*/ 0 w 12198350"/>
              <a:gd name="connsiteY0" fmla="*/ 0 h 5924550"/>
              <a:gd name="connsiteX1" fmla="*/ 12192000 w 12198350"/>
              <a:gd name="connsiteY1" fmla="*/ 0 h 5924550"/>
              <a:gd name="connsiteX2" fmla="*/ 12198350 w 12198350"/>
              <a:gd name="connsiteY2" fmla="*/ 3505200 h 5924550"/>
              <a:gd name="connsiteX3" fmla="*/ 12192000 w 12198350"/>
              <a:gd name="connsiteY3" fmla="*/ 5835650 h 5924550"/>
              <a:gd name="connsiteX4" fmla="*/ 4883150 w 12198350"/>
              <a:gd name="connsiteY4" fmla="*/ 5924550 h 5924550"/>
              <a:gd name="connsiteX5" fmla="*/ 3663950 w 12198350"/>
              <a:gd name="connsiteY5" fmla="*/ 5842000 h 5924550"/>
              <a:gd name="connsiteX6" fmla="*/ 1727200 w 12198350"/>
              <a:gd name="connsiteY6" fmla="*/ 5486400 h 5924550"/>
              <a:gd name="connsiteX7" fmla="*/ 0 w 12198350"/>
              <a:gd name="connsiteY7" fmla="*/ 5835650 h 5924550"/>
              <a:gd name="connsiteX8" fmla="*/ 0 w 12198350"/>
              <a:gd name="connsiteY8" fmla="*/ 0 h 5924550"/>
              <a:gd name="connsiteX0" fmla="*/ 0 w 12198350"/>
              <a:gd name="connsiteY0" fmla="*/ 0 h 5924550"/>
              <a:gd name="connsiteX1" fmla="*/ 12192000 w 12198350"/>
              <a:gd name="connsiteY1" fmla="*/ 0 h 5924550"/>
              <a:gd name="connsiteX2" fmla="*/ 12198350 w 12198350"/>
              <a:gd name="connsiteY2" fmla="*/ 3505200 h 5924550"/>
              <a:gd name="connsiteX3" fmla="*/ 12192000 w 12198350"/>
              <a:gd name="connsiteY3" fmla="*/ 5835650 h 5924550"/>
              <a:gd name="connsiteX4" fmla="*/ 8318500 w 12198350"/>
              <a:gd name="connsiteY4" fmla="*/ 5867400 h 5924550"/>
              <a:gd name="connsiteX5" fmla="*/ 4883150 w 12198350"/>
              <a:gd name="connsiteY5" fmla="*/ 5924550 h 5924550"/>
              <a:gd name="connsiteX6" fmla="*/ 3663950 w 12198350"/>
              <a:gd name="connsiteY6" fmla="*/ 5842000 h 5924550"/>
              <a:gd name="connsiteX7" fmla="*/ 1727200 w 12198350"/>
              <a:gd name="connsiteY7" fmla="*/ 5486400 h 5924550"/>
              <a:gd name="connsiteX8" fmla="*/ 0 w 12198350"/>
              <a:gd name="connsiteY8" fmla="*/ 5835650 h 5924550"/>
              <a:gd name="connsiteX9" fmla="*/ 0 w 12198350"/>
              <a:gd name="connsiteY9" fmla="*/ 0 h 59245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2192000 w 12198350"/>
              <a:gd name="connsiteY3" fmla="*/ 5835650 h 6038850"/>
              <a:gd name="connsiteX4" fmla="*/ 7219950 w 12198350"/>
              <a:gd name="connsiteY4" fmla="*/ 6038850 h 6038850"/>
              <a:gd name="connsiteX5" fmla="*/ 4883150 w 12198350"/>
              <a:gd name="connsiteY5" fmla="*/ 5924550 h 6038850"/>
              <a:gd name="connsiteX6" fmla="*/ 3663950 w 12198350"/>
              <a:gd name="connsiteY6" fmla="*/ 5842000 h 6038850"/>
              <a:gd name="connsiteX7" fmla="*/ 1727200 w 12198350"/>
              <a:gd name="connsiteY7" fmla="*/ 5486400 h 6038850"/>
              <a:gd name="connsiteX8" fmla="*/ 0 w 12198350"/>
              <a:gd name="connsiteY8" fmla="*/ 5835650 h 6038850"/>
              <a:gd name="connsiteX9" fmla="*/ 0 w 12198350"/>
              <a:gd name="connsiteY9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2192000 w 12198350"/>
              <a:gd name="connsiteY3" fmla="*/ 5835650 h 6038850"/>
              <a:gd name="connsiteX4" fmla="*/ 9766300 w 12198350"/>
              <a:gd name="connsiteY4" fmla="*/ 59245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2192000 w 12198350"/>
              <a:gd name="connsiteY3" fmla="*/ 583565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0255250 w 12198350"/>
              <a:gd name="connsiteY3" fmla="*/ 497840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8813800 w 12198350"/>
              <a:gd name="connsiteY3" fmla="*/ 5746750 h 6038850"/>
              <a:gd name="connsiteX4" fmla="*/ 7219950 w 12198350"/>
              <a:gd name="connsiteY4" fmla="*/ 6038850 h 6038850"/>
              <a:gd name="connsiteX5" fmla="*/ 4883150 w 12198350"/>
              <a:gd name="connsiteY5" fmla="*/ 5924550 h 6038850"/>
              <a:gd name="connsiteX6" fmla="*/ 3663950 w 12198350"/>
              <a:gd name="connsiteY6" fmla="*/ 5842000 h 6038850"/>
              <a:gd name="connsiteX7" fmla="*/ 1727200 w 12198350"/>
              <a:gd name="connsiteY7" fmla="*/ 5486400 h 6038850"/>
              <a:gd name="connsiteX8" fmla="*/ 0 w 12198350"/>
              <a:gd name="connsiteY8" fmla="*/ 5835650 h 6038850"/>
              <a:gd name="connsiteX9" fmla="*/ 0 w 12198350"/>
              <a:gd name="connsiteY9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0623550 w 12198350"/>
              <a:gd name="connsiteY3" fmla="*/ 480060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0185400 w 12198350"/>
              <a:gd name="connsiteY3" fmla="*/ 497840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766550 w 12198350"/>
              <a:gd name="connsiteY3" fmla="*/ 410845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341100 w 12198350"/>
              <a:gd name="connsiteY3" fmla="*/ 426720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341100 w 12198350"/>
              <a:gd name="connsiteY3" fmla="*/ 426720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341100 w 12198350"/>
              <a:gd name="connsiteY3" fmla="*/ 426720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8350" h="6038850">
                <a:moveTo>
                  <a:pt x="0" y="0"/>
                </a:moveTo>
                <a:lnTo>
                  <a:pt x="12192000" y="0"/>
                </a:lnTo>
                <a:cubicBezTo>
                  <a:pt x="12194117" y="1168400"/>
                  <a:pt x="12196233" y="2336800"/>
                  <a:pt x="12198350" y="3505200"/>
                </a:cubicBezTo>
                <a:cubicBezTo>
                  <a:pt x="11828992" y="3872442"/>
                  <a:pt x="11606741" y="4015317"/>
                  <a:pt x="11341100" y="4267200"/>
                </a:cubicBezTo>
                <a:cubicBezTo>
                  <a:pt x="11005609" y="4512733"/>
                  <a:pt x="10677525" y="4705350"/>
                  <a:pt x="10185400" y="4978400"/>
                </a:cubicBezTo>
                <a:cubicBezTo>
                  <a:pt x="9693275" y="5251450"/>
                  <a:pt x="9381067" y="5540375"/>
                  <a:pt x="8813800" y="5746750"/>
                </a:cubicBezTo>
                <a:lnTo>
                  <a:pt x="7219950" y="6038850"/>
                </a:lnTo>
                <a:lnTo>
                  <a:pt x="4883150" y="5924550"/>
                </a:lnTo>
                <a:lnTo>
                  <a:pt x="3663950" y="5842000"/>
                </a:lnTo>
                <a:lnTo>
                  <a:pt x="1727200" y="5486400"/>
                </a:lnTo>
                <a:lnTo>
                  <a:pt x="0" y="58356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0000">
                  <a:alpha val="60000"/>
                </a:srgbClr>
              </a:gs>
              <a:gs pos="100000">
                <a:srgbClr val="000000">
                  <a:alpha val="0"/>
                </a:srgbClr>
              </a:gs>
              <a:gs pos="68000">
                <a:srgbClr val="000000">
                  <a:alpha val="4000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4252769E-B9F0-4068-A645-5BBEF16E9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4" y="3296010"/>
            <a:ext cx="12191456" cy="2849976"/>
            <a:chOff x="476" y="-3923157"/>
            <a:chExt cx="10667524" cy="2493729"/>
          </a:xfrm>
        </p:grpSpPr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1E12D6AD-7096-45BB-9C02-468B2704C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6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39953252-97DE-4766-B2F6-E4FDA2FDA6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7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E871202A-0165-5093-604C-48FF018C9D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7021513" cy="2308324"/>
          </a:xfrm>
        </p:spPr>
        <p:txBody>
          <a:bodyPr>
            <a:normAutofit/>
          </a:bodyPr>
          <a:lstStyle/>
          <a:p>
            <a:pPr algn="l"/>
            <a:r>
              <a:rPr lang="es-CO" sz="7200" dirty="0">
                <a:solidFill>
                  <a:srgbClr val="FFFFFF"/>
                </a:solidFill>
              </a:rPr>
              <a:t>Silver + Gold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44C5F3-7B53-52CC-5392-22B4D95244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024" y="3809999"/>
            <a:ext cx="7025753" cy="1012778"/>
          </a:xfrm>
        </p:spPr>
        <p:txBody>
          <a:bodyPr>
            <a:normAutofit/>
          </a:bodyPr>
          <a:lstStyle/>
          <a:p>
            <a:pPr algn="l"/>
            <a:r>
              <a:rPr lang="es-ES" dirty="0">
                <a:solidFill>
                  <a:schemeClr val="bg1"/>
                </a:solidFill>
              </a:rPr>
              <a:t>Hoy construimos tablas estables para que los </a:t>
            </a:r>
            <a:r>
              <a:rPr lang="es-ES" dirty="0" err="1">
                <a:solidFill>
                  <a:schemeClr val="bg1"/>
                </a:solidFill>
              </a:rPr>
              <a:t>JOINs</a:t>
            </a:r>
            <a:r>
              <a:rPr lang="es-ES" dirty="0">
                <a:solidFill>
                  <a:schemeClr val="bg1"/>
                </a:solidFill>
              </a:rPr>
              <a:t> y métricas no mientan</a:t>
            </a:r>
            <a:endParaRPr lang="es-C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0857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62F456-4DE6-F514-1B13-230B759A6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5062"/>
            <a:ext cx="4696326" cy="2023938"/>
          </a:xfrm>
        </p:spPr>
        <p:txBody>
          <a:bodyPr>
            <a:noAutofit/>
          </a:bodyPr>
          <a:lstStyle/>
          <a:p>
            <a:r>
              <a:rPr lang="es-CO" sz="6600" dirty="0"/>
              <a:t>Silver + Gold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383267-F7F9-719A-3CF8-4177F0A30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547" y="1452646"/>
            <a:ext cx="5642811" cy="1976354"/>
          </a:xfrm>
        </p:spPr>
        <p:txBody>
          <a:bodyPr/>
          <a:lstStyle/>
          <a:p>
            <a:r>
              <a:rPr lang="es-CO" dirty="0" err="1"/>
              <a:t>Bronze</a:t>
            </a:r>
            <a:r>
              <a:rPr lang="es-CO" dirty="0"/>
              <a:t>-lite → Silver (tablas)</a:t>
            </a:r>
          </a:p>
          <a:p>
            <a:r>
              <a:rPr lang="es-CO" dirty="0"/>
              <a:t>Dimensiones 1 fila por clave</a:t>
            </a:r>
          </a:p>
          <a:p>
            <a:r>
              <a:rPr lang="es-CO" dirty="0"/>
              <a:t>2 vistas Gold (métricas)</a:t>
            </a:r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0ACA690F-9DFA-4E2B-616F-88F33800CA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0480957"/>
              </p:ext>
            </p:extLst>
          </p:nvPr>
        </p:nvGraphicFramePr>
        <p:xfrm>
          <a:off x="2032000" y="3801979"/>
          <a:ext cx="8128000" cy="2336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51640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391D310-3008-8BD1-F2A0-F3FF50F15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s-CO" dirty="0"/>
              <a:t>Recuento</a:t>
            </a:r>
          </a:p>
        </p:txBody>
      </p:sp>
      <p:graphicFrame>
        <p:nvGraphicFramePr>
          <p:cNvPr id="5" name="Marcador de contenido 4" descr="Basic Timeline">
            <a:extLst>
              <a:ext uri="{FF2B5EF4-FFF2-40B4-BE49-F238E27FC236}">
                <a16:creationId xmlns:a16="http://schemas.microsoft.com/office/drawing/2014/main" id="{B056D822-3763-3BF4-9DB0-0B3239ABE9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1395567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martArt"/>
                    <p202:designTag name="ARCH:1:VSVAR" val="Timeline"/>
                  </p202:designTagLst>
                </p202:designPr>
              </p:ext>
            </p:extLst>
          </p:nvPr>
        </p:nvGraphicFramePr>
        <p:xfrm>
          <a:off x="930876" y="2037806"/>
          <a:ext cx="4860324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E25ABA1A-6C56-FE8F-07C4-2D60B206D948}"/>
              </a:ext>
            </a:extLst>
          </p:cNvPr>
          <p:cNvSpPr/>
          <p:nvPr/>
        </p:nvSpPr>
        <p:spPr>
          <a:xfrm>
            <a:off x="6096000" y="2550241"/>
            <a:ext cx="2231121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dim</a:t>
            </a:r>
            <a:r>
              <a:rPr lang="es-E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duplicada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FE85319-2344-F536-B731-606E7136AFA8}"/>
              </a:ext>
            </a:extLst>
          </p:cNvPr>
          <p:cNvSpPr/>
          <p:nvPr/>
        </p:nvSpPr>
        <p:spPr>
          <a:xfrm>
            <a:off x="9656079" y="2550241"/>
            <a:ext cx="2231121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Join</a:t>
            </a:r>
            <a:r>
              <a:rPr lang="es-E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multiplica</a:t>
            </a:r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105990EC-6116-3F77-DD1D-C738758A4EB9}"/>
              </a:ext>
            </a:extLst>
          </p:cNvPr>
          <p:cNvSpPr/>
          <p:nvPr/>
        </p:nvSpPr>
        <p:spPr>
          <a:xfrm>
            <a:off x="8327121" y="2727617"/>
            <a:ext cx="1328958" cy="899842"/>
          </a:xfrm>
          <a:prstGeom prst="rightArrow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3076" name="Picture 4" descr="Señal / Cartel de Peligro | Seguridad Ríos y Ortiz S.L">
            <a:extLst>
              <a:ext uri="{FF2B5EF4-FFF2-40B4-BE49-F238E27FC236}">
                <a16:creationId xmlns:a16="http://schemas.microsoft.com/office/drawing/2014/main" id="{95746180-DA7A-1822-623E-538D1E2F4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3302" y="2872967"/>
            <a:ext cx="546253" cy="609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C1BA3955-4199-6465-B5D6-4C6B5EAB53CD}"/>
              </a:ext>
            </a:extLst>
          </p:cNvPr>
          <p:cNvSpPr/>
          <p:nvPr/>
        </p:nvSpPr>
        <p:spPr>
          <a:xfrm>
            <a:off x="6408605" y="4118811"/>
            <a:ext cx="1716505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dim</a:t>
            </a:r>
            <a:r>
              <a:rPr lang="es-E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única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AAFB8E1-1022-B7B1-17C2-8AEFF6907848}"/>
              </a:ext>
            </a:extLst>
          </p:cNvPr>
          <p:cNvSpPr/>
          <p:nvPr/>
        </p:nvSpPr>
        <p:spPr>
          <a:xfrm>
            <a:off x="9841616" y="4118811"/>
            <a:ext cx="1716505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Join</a:t>
            </a:r>
            <a:r>
              <a:rPr lang="es-E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sano</a:t>
            </a:r>
          </a:p>
        </p:txBody>
      </p:sp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70D7EC05-4CC3-2F2C-0227-428943086784}"/>
              </a:ext>
            </a:extLst>
          </p:cNvPr>
          <p:cNvSpPr/>
          <p:nvPr/>
        </p:nvSpPr>
        <p:spPr>
          <a:xfrm>
            <a:off x="8318884" y="4296187"/>
            <a:ext cx="1328958" cy="899842"/>
          </a:xfrm>
          <a:prstGeom prst="rightArrow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6" name="Imagen 15" descr="Forma, Flecha&#10;&#10;El contenido generado por IA puede ser incorrecto.">
            <a:extLst>
              <a:ext uri="{FF2B5EF4-FFF2-40B4-BE49-F238E27FC236}">
                <a16:creationId xmlns:a16="http://schemas.microsoft.com/office/drawing/2014/main" id="{6866FC92-DDC9-8A0D-2C8B-18ECE6F034A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752" y="4578874"/>
            <a:ext cx="392361" cy="363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816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76F60C-1C87-73E1-8C11-09D1FE9BC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err="1"/>
              <a:t>Bronze</a:t>
            </a:r>
            <a:r>
              <a:rPr lang="es-CO" dirty="0"/>
              <a:t> vs Silver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F035A2AB-0115-0ABF-8D47-1DAEA66657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19948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44570065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65623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O" dirty="0" err="1"/>
                        <a:t>Bronze</a:t>
                      </a:r>
                      <a:r>
                        <a:rPr lang="es-CO" dirty="0"/>
                        <a:t>-lite (</a:t>
                      </a:r>
                      <a:r>
                        <a:rPr lang="es-CO" dirty="0" err="1"/>
                        <a:t>raw_ps</a:t>
                      </a:r>
                      <a:r>
                        <a:rPr lang="es-CO" dirty="0"/>
                        <a:t> VIEW)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Silver (Tablas)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4172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/>
                        <a:t>Lo que llega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Lo estable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194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/>
                        <a:t>Tipos “inferidos”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Columnas oficiales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719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/>
                        <a:t>Sin llaves garantizadas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Llaves + </a:t>
                      </a:r>
                      <a:r>
                        <a:rPr lang="es-CO" dirty="0" err="1"/>
                        <a:t>grain</a:t>
                      </a:r>
                      <a:r>
                        <a:rPr lang="es-CO" dirty="0"/>
                        <a:t> explícito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2172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/>
                        <a:t>Calidad desconocida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Reglas mínimas + validación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471505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E1565C8B-F1DA-449E-0768-AA314B431A8F}"/>
              </a:ext>
            </a:extLst>
          </p:cNvPr>
          <p:cNvSpPr/>
          <p:nvPr/>
        </p:nvSpPr>
        <p:spPr>
          <a:xfrm>
            <a:off x="838200" y="3814762"/>
            <a:ext cx="9990758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0" cap="none" spc="0" dirty="0" err="1">
                <a:ln w="0"/>
                <a:solidFill>
                  <a:srgbClr val="FFC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Bronze</a:t>
            </a:r>
            <a:r>
              <a:rPr lang="es-ES" sz="5400" b="0" cap="none" spc="0" dirty="0">
                <a:ln w="0"/>
                <a:solidFill>
                  <a:srgbClr val="FFC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-lite es para explorar; </a:t>
            </a:r>
            <a:r>
              <a:rPr lang="es-ES" sz="5400" b="0" cap="none" spc="0" dirty="0">
                <a:ln w="0"/>
                <a:solidFill>
                  <a:schemeClr val="bg2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Silver es para que el sistema sea confiable</a:t>
            </a:r>
          </a:p>
        </p:txBody>
      </p:sp>
    </p:spTree>
    <p:extLst>
      <p:ext uri="{BB962C8B-B14F-4D97-AF65-F5344CB8AC3E}">
        <p14:creationId xmlns:p14="http://schemas.microsoft.com/office/powerpoint/2010/main" val="1620741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F7B84B-A4E0-5548-4B8A-81FD8688E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5074" y="365125"/>
            <a:ext cx="4134572" cy="1325563"/>
          </a:xfrm>
        </p:spPr>
        <p:txBody>
          <a:bodyPr>
            <a:normAutofit fontScale="90000"/>
          </a:bodyPr>
          <a:lstStyle/>
          <a:p>
            <a:r>
              <a:rPr lang="es-CO" dirty="0" err="1">
                <a:solidFill>
                  <a:schemeClr val="bg1"/>
                </a:solidFill>
              </a:rPr>
              <a:t>Contract</a:t>
            </a:r>
            <a:r>
              <a:rPr lang="es-CO" dirty="0">
                <a:solidFill>
                  <a:schemeClr val="bg1"/>
                </a:solidFill>
              </a:rPr>
              <a:t> v1: Core 16 columnas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1264BF-3A74-5125-7B57-D9FC46CBF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3593432" cy="6858000"/>
          </a:xfrm>
        </p:spPr>
        <p:txBody>
          <a:bodyPr>
            <a:normAutofit lnSpcReduction="10000"/>
          </a:bodyPr>
          <a:lstStyle/>
          <a:p>
            <a:r>
              <a:rPr lang="es-CO" sz="2400" dirty="0" err="1">
                <a:solidFill>
                  <a:schemeClr val="bg1"/>
                </a:solidFill>
              </a:rPr>
              <a:t>pl_name</a:t>
            </a:r>
            <a:endParaRPr lang="es-CO" sz="2400" dirty="0">
              <a:solidFill>
                <a:schemeClr val="bg1"/>
              </a:solidFill>
            </a:endParaRPr>
          </a:p>
          <a:p>
            <a:r>
              <a:rPr lang="es-CO" sz="2400" dirty="0" err="1">
                <a:solidFill>
                  <a:schemeClr val="bg1"/>
                </a:solidFill>
              </a:rPr>
              <a:t>hostname</a:t>
            </a:r>
            <a:endParaRPr lang="es-CO" sz="2400" dirty="0">
              <a:solidFill>
                <a:schemeClr val="bg1"/>
              </a:solidFill>
            </a:endParaRPr>
          </a:p>
          <a:p>
            <a:r>
              <a:rPr lang="es-CO" sz="2400" dirty="0" err="1">
                <a:solidFill>
                  <a:schemeClr val="bg1"/>
                </a:solidFill>
              </a:rPr>
              <a:t>discoverymethod</a:t>
            </a:r>
            <a:endParaRPr lang="es-CO" sz="2400" dirty="0">
              <a:solidFill>
                <a:schemeClr val="bg1"/>
              </a:solidFill>
            </a:endParaRPr>
          </a:p>
          <a:p>
            <a:r>
              <a:rPr lang="es-CO" sz="2400" dirty="0" err="1">
                <a:solidFill>
                  <a:schemeClr val="bg1"/>
                </a:solidFill>
              </a:rPr>
              <a:t>disc_year</a:t>
            </a:r>
            <a:endParaRPr lang="es-CO" sz="2400" dirty="0">
              <a:solidFill>
                <a:schemeClr val="bg1"/>
              </a:solidFill>
            </a:endParaRPr>
          </a:p>
          <a:p>
            <a:r>
              <a:rPr lang="es-CO" sz="2400" dirty="0" err="1">
                <a:solidFill>
                  <a:schemeClr val="bg1"/>
                </a:solidFill>
              </a:rPr>
              <a:t>sy_snum</a:t>
            </a:r>
            <a:endParaRPr lang="es-CO" sz="2400" dirty="0">
              <a:solidFill>
                <a:schemeClr val="bg1"/>
              </a:solidFill>
            </a:endParaRPr>
          </a:p>
          <a:p>
            <a:r>
              <a:rPr lang="es-CO" sz="2400" dirty="0" err="1">
                <a:solidFill>
                  <a:schemeClr val="bg1"/>
                </a:solidFill>
              </a:rPr>
              <a:t>sy_pnum</a:t>
            </a:r>
            <a:endParaRPr lang="es-CO" sz="2400" dirty="0">
              <a:solidFill>
                <a:schemeClr val="bg1"/>
              </a:solidFill>
            </a:endParaRPr>
          </a:p>
          <a:p>
            <a:r>
              <a:rPr lang="es-CO" sz="2400" dirty="0" err="1">
                <a:solidFill>
                  <a:schemeClr val="bg1"/>
                </a:solidFill>
              </a:rPr>
              <a:t>sy_dist</a:t>
            </a:r>
            <a:endParaRPr lang="es-CO" sz="2400" dirty="0">
              <a:solidFill>
                <a:schemeClr val="bg1"/>
              </a:solidFill>
            </a:endParaRPr>
          </a:p>
          <a:p>
            <a:r>
              <a:rPr lang="es-CO" sz="2400" dirty="0" err="1">
                <a:solidFill>
                  <a:schemeClr val="bg1"/>
                </a:solidFill>
              </a:rPr>
              <a:t>ra</a:t>
            </a:r>
            <a:endParaRPr lang="es-CO" sz="2400" dirty="0">
              <a:solidFill>
                <a:schemeClr val="bg1"/>
              </a:solidFill>
            </a:endParaRPr>
          </a:p>
          <a:p>
            <a:r>
              <a:rPr lang="es-CO" sz="2400" dirty="0" err="1">
                <a:solidFill>
                  <a:schemeClr val="bg1"/>
                </a:solidFill>
              </a:rPr>
              <a:t>dec</a:t>
            </a:r>
            <a:endParaRPr lang="es-CO" sz="2400" dirty="0">
              <a:solidFill>
                <a:schemeClr val="bg1"/>
              </a:solidFill>
            </a:endParaRPr>
          </a:p>
          <a:p>
            <a:r>
              <a:rPr lang="es-CO" sz="2400" dirty="0" err="1">
                <a:solidFill>
                  <a:schemeClr val="bg1"/>
                </a:solidFill>
              </a:rPr>
              <a:t>pl_orbper</a:t>
            </a:r>
            <a:endParaRPr lang="es-CO" sz="2400" dirty="0">
              <a:solidFill>
                <a:schemeClr val="bg1"/>
              </a:solidFill>
            </a:endParaRPr>
          </a:p>
          <a:p>
            <a:r>
              <a:rPr lang="es-CO" sz="2400" dirty="0" err="1">
                <a:solidFill>
                  <a:schemeClr val="bg1"/>
                </a:solidFill>
              </a:rPr>
              <a:t>pl_rade</a:t>
            </a:r>
            <a:endParaRPr lang="es-CO" sz="2400" dirty="0">
              <a:solidFill>
                <a:schemeClr val="bg1"/>
              </a:solidFill>
            </a:endParaRPr>
          </a:p>
          <a:p>
            <a:r>
              <a:rPr lang="es-CO" sz="2400" dirty="0" err="1">
                <a:solidFill>
                  <a:schemeClr val="bg1"/>
                </a:solidFill>
              </a:rPr>
              <a:t>pl_bmasse</a:t>
            </a:r>
            <a:endParaRPr lang="es-CO" sz="2400" dirty="0">
              <a:solidFill>
                <a:schemeClr val="bg1"/>
              </a:solidFill>
            </a:endParaRPr>
          </a:p>
          <a:p>
            <a:r>
              <a:rPr lang="es-CO" sz="2400" dirty="0" err="1">
                <a:solidFill>
                  <a:schemeClr val="bg1"/>
                </a:solidFill>
              </a:rPr>
              <a:t>pl_eqt</a:t>
            </a:r>
            <a:endParaRPr lang="es-CO" sz="2400" dirty="0">
              <a:solidFill>
                <a:schemeClr val="bg1"/>
              </a:solidFill>
            </a:endParaRPr>
          </a:p>
          <a:p>
            <a:r>
              <a:rPr lang="es-CO" sz="2400" dirty="0" err="1">
                <a:solidFill>
                  <a:schemeClr val="bg1"/>
                </a:solidFill>
              </a:rPr>
              <a:t>st_teff</a:t>
            </a:r>
            <a:endParaRPr lang="es-CO" sz="2400" dirty="0">
              <a:solidFill>
                <a:schemeClr val="bg1"/>
              </a:solidFill>
            </a:endParaRPr>
          </a:p>
          <a:p>
            <a:r>
              <a:rPr lang="es-CO" sz="2400" dirty="0" err="1">
                <a:solidFill>
                  <a:schemeClr val="bg1"/>
                </a:solidFill>
              </a:rPr>
              <a:t>st_rad</a:t>
            </a:r>
            <a:endParaRPr lang="es-CO" sz="2400" dirty="0">
              <a:solidFill>
                <a:schemeClr val="bg1"/>
              </a:solidFill>
            </a:endParaRPr>
          </a:p>
          <a:p>
            <a:r>
              <a:rPr lang="es-CO" sz="2400" dirty="0" err="1">
                <a:solidFill>
                  <a:schemeClr val="bg1"/>
                </a:solidFill>
              </a:rPr>
              <a:t>st_mass</a:t>
            </a:r>
            <a:endParaRPr lang="es-CO" sz="2400" dirty="0">
              <a:solidFill>
                <a:schemeClr val="bg1"/>
              </a:solidFill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C0AB1659-B638-185C-8234-F0AA8AB1D7B0}"/>
              </a:ext>
            </a:extLst>
          </p:cNvPr>
          <p:cNvSpPr txBox="1">
            <a:spLocks/>
          </p:cNvSpPr>
          <p:nvPr/>
        </p:nvSpPr>
        <p:spPr>
          <a:xfrm>
            <a:off x="0" y="3214688"/>
            <a:ext cx="2358189" cy="5032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 sz="2000" dirty="0"/>
          </a:p>
        </p:txBody>
      </p:sp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515CE2AD-8C3C-6295-0F20-50FE300459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821" y="2121190"/>
            <a:ext cx="4856466" cy="4371685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CB9E911E-5F57-D213-DF73-E0F7F9BD6F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182" y="0"/>
            <a:ext cx="55388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451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D4013F-7987-5710-5D94-63AB93A19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CO" sz="4800"/>
              <a:t>Reglas Silver mínimas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52021E-D868-6730-AAF9-7B05110C8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s-ES" sz="2000"/>
              <a:t>pl_name IS NOT NULL</a:t>
            </a:r>
          </a:p>
          <a:p>
            <a:r>
              <a:rPr lang="es-ES" sz="2000"/>
              <a:t>hostname IS NOT NULL</a:t>
            </a:r>
          </a:p>
          <a:p>
            <a:r>
              <a:rPr lang="es-ES" sz="2000"/>
              <a:t>disc_year en [1980, 2026] si no es nulo</a:t>
            </a:r>
          </a:p>
          <a:p>
            <a:r>
              <a:rPr lang="es-ES" sz="2000"/>
              <a:t>pl_rade en (0, 30] si no es nulo</a:t>
            </a:r>
          </a:p>
          <a:p>
            <a:r>
              <a:rPr lang="es-ES" sz="2000"/>
              <a:t>pl_bmasse &gt; 0 si no es nulo</a:t>
            </a:r>
          </a:p>
          <a:p>
            <a:pPr marL="0" indent="0">
              <a:buNone/>
            </a:pPr>
            <a:r>
              <a:rPr lang="es-ES" sz="2000" b="1"/>
              <a:t>Objetivo: estabilidad + evitar absurdos, no “limpiar perfecto”.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D93B6A0-9552-0ECF-3CD4-663E87BA0D34}"/>
              </a:ext>
            </a:extLst>
          </p:cNvPr>
          <p:cNvSpPr/>
          <p:nvPr/>
        </p:nvSpPr>
        <p:spPr>
          <a:xfrm>
            <a:off x="5691681" y="3456441"/>
            <a:ext cx="1778684" cy="118797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 defTabSz="448056">
              <a:spcAft>
                <a:spcPts val="600"/>
              </a:spcAft>
            </a:pPr>
            <a:r>
              <a:rPr lang="es-ES" sz="2646" b="1" kern="1200">
                <a:ln/>
                <a:solidFill>
                  <a:srgbClr val="00598D"/>
                </a:solidFill>
                <a:latin typeface="+mn-lt"/>
                <a:ea typeface="+mn-ea"/>
                <a:cs typeface="+mn-cs"/>
              </a:rPr>
              <a:t>Filtramos</a:t>
            </a:r>
          </a:p>
          <a:p>
            <a:pPr algn="ctr" defTabSz="448056">
              <a:spcAft>
                <a:spcPts val="600"/>
              </a:spcAft>
            </a:pPr>
            <a:r>
              <a:rPr lang="es-ES" sz="2646" b="1" kern="1200">
                <a:ln/>
                <a:solidFill>
                  <a:srgbClr val="00598D"/>
                </a:solidFill>
                <a:latin typeface="+mn-lt"/>
                <a:ea typeface="+mn-ea"/>
                <a:cs typeface="+mn-cs"/>
              </a:rPr>
              <a:t>absurdos</a:t>
            </a:r>
            <a:endParaRPr lang="es-ES" sz="5400" b="1" cap="none" spc="0">
              <a:ln/>
              <a:solidFill>
                <a:schemeClr val="accent4"/>
              </a:solidFill>
              <a:effectLst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6821273-F585-1336-0CD0-D39D067DD5B3}"/>
              </a:ext>
            </a:extLst>
          </p:cNvPr>
          <p:cNvSpPr/>
          <p:nvPr/>
        </p:nvSpPr>
        <p:spPr>
          <a:xfrm>
            <a:off x="9399213" y="3456441"/>
            <a:ext cx="2076017" cy="118797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48056">
              <a:spcAft>
                <a:spcPts val="600"/>
              </a:spcAft>
            </a:pPr>
            <a:r>
              <a:rPr lang="es-ES" sz="2646" b="1" kern="120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+mn-lt"/>
                <a:ea typeface="+mn-ea"/>
                <a:cs typeface="+mn-cs"/>
              </a:rPr>
              <a:t>Mejoramos</a:t>
            </a:r>
          </a:p>
          <a:p>
            <a:pPr algn="ctr" defTabSz="448056">
              <a:spcAft>
                <a:spcPts val="600"/>
              </a:spcAft>
            </a:pPr>
            <a:r>
              <a:rPr lang="es-ES" sz="2646" b="1" kern="120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+mn-lt"/>
                <a:ea typeface="+mn-ea"/>
                <a:cs typeface="+mn-cs"/>
              </a:rPr>
              <a:t>métricas</a:t>
            </a:r>
            <a:endParaRPr lang="es-ES" sz="5400" b="1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512360E-011F-6834-20DF-DF461BABB873}"/>
              </a:ext>
            </a:extLst>
          </p:cNvPr>
          <p:cNvSpPr/>
          <p:nvPr/>
        </p:nvSpPr>
        <p:spPr>
          <a:xfrm>
            <a:off x="5610926" y="4932492"/>
            <a:ext cx="622814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448056">
              <a:spcAft>
                <a:spcPts val="600"/>
              </a:spcAft>
            </a:pPr>
            <a:r>
              <a:rPr lang="es-ES" sz="3600" b="1" kern="1200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+mn-lt"/>
                <a:ea typeface="+mn-ea"/>
                <a:cs typeface="+mn-cs"/>
              </a:rPr>
              <a:t>No inventamos datos</a:t>
            </a:r>
            <a:endParaRPr lang="es-ES" sz="72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79F06B34-538B-4712-E506-5C4C066FE3FB}"/>
              </a:ext>
            </a:extLst>
          </p:cNvPr>
          <p:cNvSpPr/>
          <p:nvPr/>
        </p:nvSpPr>
        <p:spPr>
          <a:xfrm>
            <a:off x="7714458" y="3708539"/>
            <a:ext cx="1481857" cy="727836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89845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FB8B86-535A-9A3B-754E-4F1B4AA43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ES" sz="4100"/>
              <a:t>Dimensiones: 1 fila por clave (dim_host_full)</a:t>
            </a:r>
            <a:endParaRPr lang="es-CO" sz="41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B889F1-671B-9674-A5E4-2498D4AF9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s-CO" sz="2000"/>
              <a:t>Si hostname se repite en dim → JOIN puede inflar filas”</a:t>
            </a:r>
          </a:p>
          <a:p>
            <a:r>
              <a:rPr lang="es-CO" sz="2000"/>
              <a:t>Patrón usado hoy (sin window functions):</a:t>
            </a:r>
          </a:p>
          <a:p>
            <a:pPr lvl="1"/>
            <a:r>
              <a:rPr lang="es-CO" sz="2000"/>
              <a:t>GROUP BY hostname</a:t>
            </a:r>
          </a:p>
          <a:p>
            <a:pPr lvl="1"/>
            <a:r>
              <a:rPr lang="es-CO" sz="2000"/>
              <a:t>MAX(col) para consolidar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2C0D0E82-FC90-8ACC-A628-2EB907FF376B}"/>
              </a:ext>
            </a:extLst>
          </p:cNvPr>
          <p:cNvGrpSpPr/>
          <p:nvPr/>
        </p:nvGrpSpPr>
        <p:grpSpPr>
          <a:xfrm>
            <a:off x="5911532" y="3932123"/>
            <a:ext cx="5150276" cy="818507"/>
            <a:chOff x="929552" y="4312013"/>
            <a:chExt cx="11038718" cy="1754326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7B446C93-3B76-EF00-F7CF-C3D87A6D2466}"/>
                </a:ext>
              </a:extLst>
            </p:cNvPr>
            <p:cNvSpPr/>
            <p:nvPr/>
          </p:nvSpPr>
          <p:spPr>
            <a:xfrm>
              <a:off x="929552" y="4312013"/>
              <a:ext cx="3364061" cy="175432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soft" dir="t">
                  <a:rot lat="0" lon="0" rev="15600000"/>
                </a:lightRig>
              </a:scene3d>
              <a:sp3d extrusionH="57150" prstMaterial="softEdge">
                <a:bevelT w="25400" h="38100"/>
              </a:sp3d>
            </a:bodyPr>
            <a:lstStyle/>
            <a:p>
              <a:pPr algn="ctr" defTabSz="420624">
                <a:spcAft>
                  <a:spcPts val="600"/>
                </a:spcAft>
              </a:pPr>
              <a:r>
                <a:rPr lang="es-ES" sz="2484" b="1" kern="1200" err="1">
                  <a:ln/>
                  <a:solidFill>
                    <a:srgbClr val="00598D"/>
                  </a:solidFill>
                  <a:latin typeface="+mn-lt"/>
                  <a:ea typeface="+mn-ea"/>
                  <a:cs typeface="+mn-cs"/>
                </a:rPr>
                <a:t>hostname</a:t>
              </a:r>
              <a:endParaRPr lang="es-ES" sz="2484" b="1" kern="1200">
                <a:ln/>
                <a:solidFill>
                  <a:srgbClr val="00598D"/>
                </a:solidFill>
                <a:latin typeface="+mn-lt"/>
                <a:ea typeface="+mn-ea"/>
                <a:cs typeface="+mn-cs"/>
              </a:endParaRPr>
            </a:p>
            <a:p>
              <a:pPr algn="ctr" defTabSz="420624">
                <a:spcAft>
                  <a:spcPts val="600"/>
                </a:spcAft>
              </a:pPr>
              <a:r>
                <a:rPr lang="es-ES" sz="2484" b="1" kern="1200" err="1">
                  <a:ln/>
                  <a:solidFill>
                    <a:srgbClr val="00598D"/>
                  </a:solidFill>
                  <a:latin typeface="+mn-lt"/>
                  <a:ea typeface="+mn-ea"/>
                  <a:cs typeface="+mn-cs"/>
                </a:rPr>
                <a:t>unique</a:t>
              </a:r>
              <a:endParaRPr lang="es-ES" sz="5400" b="1" cap="none" spc="0">
                <a:ln/>
                <a:solidFill>
                  <a:schemeClr val="accent4"/>
                </a:solidFill>
                <a:effectLst/>
              </a:endParaRPr>
            </a:p>
          </p:txBody>
        </p:sp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A2135A34-389C-1892-E857-96352C2513EB}"/>
                </a:ext>
              </a:extLst>
            </p:cNvPr>
            <p:cNvSpPr/>
            <p:nvPr/>
          </p:nvSpPr>
          <p:spPr>
            <a:xfrm>
              <a:off x="7625671" y="4684295"/>
              <a:ext cx="434259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 defTabSz="420624">
                <a:spcAft>
                  <a:spcPts val="600"/>
                </a:spcAft>
              </a:pPr>
              <a:r>
                <a:rPr lang="es-ES" sz="2484" b="1" kern="1200">
                  <a:ln w="12700" cmpd="sng">
                    <a:solidFill>
                      <a:schemeClr val="accent4"/>
                    </a:solidFill>
                    <a:prstDash val="solid"/>
                  </a:ln>
                  <a:gradFill>
                    <a:gsLst>
                      <a:gs pos="0">
                        <a:schemeClr val="accent4"/>
                      </a:gs>
                      <a:gs pos="4000">
                        <a:schemeClr val="accent4">
                          <a:lumMod val="60000"/>
                          <a:lumOff val="40000"/>
                        </a:schemeClr>
                      </a:gs>
                      <a:gs pos="87000">
                        <a:schemeClr val="accent4">
                          <a:lumMod val="20000"/>
                          <a:lumOff val="80000"/>
                        </a:schemeClr>
                      </a:gs>
                    </a:gsLst>
                    <a:lin ang="5400000"/>
                  </a:gradFill>
                  <a:latin typeface="+mn-lt"/>
                  <a:ea typeface="+mn-ea"/>
                  <a:cs typeface="+mn-cs"/>
                </a:rPr>
                <a:t>JOIN con </a:t>
              </a:r>
              <a:r>
                <a:rPr lang="es-ES" sz="2484" b="1" kern="1200" err="1">
                  <a:ln w="12700" cmpd="sng">
                    <a:solidFill>
                      <a:schemeClr val="accent4"/>
                    </a:solidFill>
                    <a:prstDash val="solid"/>
                  </a:ln>
                  <a:gradFill>
                    <a:gsLst>
                      <a:gs pos="0">
                        <a:schemeClr val="accent4"/>
                      </a:gs>
                      <a:gs pos="4000">
                        <a:schemeClr val="accent4">
                          <a:lumMod val="60000"/>
                          <a:lumOff val="40000"/>
                        </a:schemeClr>
                      </a:gs>
                      <a:gs pos="87000">
                        <a:schemeClr val="accent4">
                          <a:lumMod val="20000"/>
                          <a:lumOff val="80000"/>
                        </a:schemeClr>
                      </a:gs>
                    </a:gsLst>
                    <a:lin ang="5400000"/>
                  </a:gradFill>
                  <a:latin typeface="+mn-lt"/>
                  <a:ea typeface="+mn-ea"/>
                  <a:cs typeface="+mn-cs"/>
                </a:rPr>
                <a:t>fact</a:t>
              </a:r>
              <a:endParaRPr lang="es-ES" sz="5400" b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endParaRPr>
            </a:p>
          </p:txBody>
        </p:sp>
        <p:sp>
          <p:nvSpPr>
            <p:cNvPr id="6" name="Flecha: a la derecha 5">
              <a:extLst>
                <a:ext uri="{FF2B5EF4-FFF2-40B4-BE49-F238E27FC236}">
                  <a16:creationId xmlns:a16="http://schemas.microsoft.com/office/drawing/2014/main" id="{6030A5DF-25F1-1C8B-168B-E4A6BE215602}"/>
                </a:ext>
              </a:extLst>
            </p:cNvPr>
            <p:cNvSpPr/>
            <p:nvPr/>
          </p:nvSpPr>
          <p:spPr>
            <a:xfrm>
              <a:off x="4636168" y="4684295"/>
              <a:ext cx="2646948" cy="1074821"/>
            </a:xfrm>
            <a:prstGeom prst="rightArrow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8000">
                  <a:schemeClr val="accent1">
                    <a:lumMod val="97000"/>
                    <a:lumOff val="3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1057991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5CDEF67-9DA5-B420-136F-085B426C7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CO" sz="4800" b="1" dirty="0" err="1">
                <a:ln w="12700" cmpd="sng">
                  <a:solidFill>
                    <a:schemeClr val="accent6"/>
                  </a:solidFill>
                  <a:prstDash val="solid"/>
                </a:ln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4000">
                      <a:schemeClr val="accent6">
                        <a:lumMod val="75000"/>
                      </a:schemeClr>
                    </a:gs>
                    <a:gs pos="87000">
                      <a:schemeClr val="accent6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Fact</a:t>
            </a:r>
            <a:r>
              <a:rPr lang="es-CO" sz="4800" b="1" dirty="0">
                <a:ln w="12700" cmpd="sng">
                  <a:solidFill>
                    <a:schemeClr val="accent6"/>
                  </a:solidFill>
                  <a:prstDash val="solid"/>
                </a:ln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4000">
                      <a:schemeClr val="accent6">
                        <a:lumMod val="75000"/>
                      </a:schemeClr>
                    </a:gs>
                    <a:gs pos="87000">
                      <a:schemeClr val="accent6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: 1 fila ≈ 1                     (</a:t>
            </a:r>
            <a:r>
              <a:rPr lang="es-CO" sz="4800" b="1" dirty="0" err="1">
                <a:ln w="12700" cmpd="sng">
                  <a:solidFill>
                    <a:schemeClr val="accent6"/>
                  </a:solidFill>
                  <a:prstDash val="solid"/>
                </a:ln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4000">
                      <a:schemeClr val="accent6">
                        <a:lumMod val="75000"/>
                      </a:schemeClr>
                    </a:gs>
                    <a:gs pos="87000">
                      <a:schemeClr val="accent6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pl_name</a:t>
            </a:r>
            <a:r>
              <a:rPr lang="es-CO" sz="4800" b="1" dirty="0">
                <a:ln w="12700" cmpd="sng">
                  <a:solidFill>
                    <a:schemeClr val="accent6"/>
                  </a:solidFill>
                  <a:prstDash val="solid"/>
                </a:ln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4000">
                      <a:schemeClr val="accent6">
                        <a:lumMod val="75000"/>
                      </a:schemeClr>
                    </a:gs>
                    <a:gs pos="87000">
                      <a:schemeClr val="accent6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)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75959D-1C35-16F5-AFD8-64BAD7907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98" y="2068254"/>
            <a:ext cx="5761672" cy="4476804"/>
          </a:xfrm>
        </p:spPr>
        <p:txBody>
          <a:bodyPr anchor="ctr">
            <a:normAutofit/>
          </a:bodyPr>
          <a:lstStyle/>
          <a:p>
            <a:r>
              <a:rPr lang="es-CO" sz="2400" b="1" dirty="0" err="1"/>
              <a:t>Grain</a:t>
            </a:r>
            <a:r>
              <a:rPr lang="es-CO" sz="2400" b="1" dirty="0"/>
              <a:t>: </a:t>
            </a:r>
            <a:r>
              <a:rPr lang="es-CO" sz="2400" dirty="0"/>
              <a:t>1 fila = 1 planeta</a:t>
            </a:r>
          </a:p>
          <a:p>
            <a:r>
              <a:rPr lang="es-CO" sz="2400" b="1" dirty="0"/>
              <a:t>Campos </a:t>
            </a:r>
            <a:r>
              <a:rPr lang="es-CO" sz="2400" b="1" dirty="0" err="1"/>
              <a:t>fact</a:t>
            </a:r>
            <a:r>
              <a:rPr lang="es-CO" sz="2400" b="1" dirty="0"/>
              <a:t>:</a:t>
            </a:r>
            <a:r>
              <a:rPr lang="es-CO" sz="2400" dirty="0"/>
              <a:t> </a:t>
            </a:r>
            <a:r>
              <a:rPr lang="es-CO" sz="2400" dirty="0" err="1"/>
              <a:t>pl_name</a:t>
            </a:r>
            <a:r>
              <a:rPr lang="es-CO" sz="2400" dirty="0"/>
              <a:t>, </a:t>
            </a:r>
            <a:r>
              <a:rPr lang="es-CO" sz="2400" dirty="0" err="1"/>
              <a:t>hostname</a:t>
            </a:r>
            <a:r>
              <a:rPr lang="es-CO" sz="2400" dirty="0"/>
              <a:t>, </a:t>
            </a:r>
            <a:r>
              <a:rPr lang="es-CO" sz="2400" dirty="0" err="1"/>
              <a:t>discoverymethod</a:t>
            </a:r>
            <a:r>
              <a:rPr lang="es-CO" sz="2400" dirty="0"/>
              <a:t>, </a:t>
            </a:r>
            <a:r>
              <a:rPr lang="es-CO" sz="2400" dirty="0" err="1"/>
              <a:t>disc_year</a:t>
            </a:r>
            <a:r>
              <a:rPr lang="es-CO" sz="2400" dirty="0"/>
              <a:t>, </a:t>
            </a:r>
            <a:r>
              <a:rPr lang="es-CO" sz="2400" dirty="0" err="1"/>
              <a:t>pl_orbper</a:t>
            </a:r>
            <a:r>
              <a:rPr lang="es-CO" sz="2400" dirty="0"/>
              <a:t>, </a:t>
            </a:r>
            <a:r>
              <a:rPr lang="es-CO" sz="2400" dirty="0" err="1"/>
              <a:t>pl_rade</a:t>
            </a:r>
            <a:r>
              <a:rPr lang="es-CO" sz="2400" dirty="0"/>
              <a:t>, </a:t>
            </a:r>
            <a:r>
              <a:rPr lang="es-CO" sz="2400" dirty="0" err="1"/>
              <a:t>pl_bmasse</a:t>
            </a:r>
            <a:r>
              <a:rPr lang="es-CO" sz="2400" dirty="0"/>
              <a:t>, </a:t>
            </a:r>
            <a:r>
              <a:rPr lang="es-CO" sz="2400" dirty="0" err="1"/>
              <a:t>pl_eqt</a:t>
            </a:r>
            <a:endParaRPr lang="es-CO" sz="2400" dirty="0"/>
          </a:p>
          <a:p>
            <a:r>
              <a:rPr lang="es-CO" sz="2400" b="1" dirty="0"/>
              <a:t>Nota:</a:t>
            </a:r>
            <a:r>
              <a:rPr lang="es-CO" sz="2400" dirty="0"/>
              <a:t> usamos SELECT DISTINCT por estabilidad inicial</a:t>
            </a:r>
          </a:p>
          <a:p>
            <a:r>
              <a:rPr lang="es-CO" sz="2400" dirty="0"/>
              <a:t>Si hay duplicados de </a:t>
            </a:r>
            <a:r>
              <a:rPr lang="es-CO" sz="2400" dirty="0" err="1"/>
              <a:t>pl_name</a:t>
            </a:r>
            <a:r>
              <a:rPr lang="es-CO" sz="2400" dirty="0"/>
              <a:t>: es </a:t>
            </a:r>
            <a:r>
              <a:rPr lang="es-CO" sz="2400" dirty="0" err="1"/>
              <a:t>issue</a:t>
            </a:r>
            <a:r>
              <a:rPr lang="es-CO" sz="2400" dirty="0"/>
              <a:t> → </a:t>
            </a:r>
            <a:r>
              <a:rPr lang="es-CO" sz="2400" b="1" dirty="0"/>
              <a:t>se documenta</a:t>
            </a:r>
          </a:p>
        </p:txBody>
      </p:sp>
      <p:pic>
        <p:nvPicPr>
          <p:cNvPr id="1026" name="Picture 2" descr="Star Schemas are fundamental to unleashing value from data in Microsoft  Fabric | endjin - Azure Data Analytics Consultancy UK">
            <a:extLst>
              <a:ext uri="{FF2B5EF4-FFF2-40B4-BE49-F238E27FC236}">
                <a16:creationId xmlns:a16="http://schemas.microsoft.com/office/drawing/2014/main" id="{9F9CCA89-4302-3C53-D31B-D5C0BAC870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66" t="12553" r="26646" b="9922"/>
          <a:stretch>
            <a:fillRect/>
          </a:stretch>
        </p:blipFill>
        <p:spPr bwMode="auto">
          <a:xfrm>
            <a:off x="6631717" y="2229917"/>
            <a:ext cx="4530898" cy="4315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Modelo 3D 3" descr="Urano">
                <a:extLst>
                  <a:ext uri="{FF2B5EF4-FFF2-40B4-BE49-F238E27FC236}">
                    <a16:creationId xmlns:a16="http://schemas.microsoft.com/office/drawing/2014/main" id="{E0FC89EA-B7E4-34CA-F8E1-23A05581D67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4635176"/>
                  </p:ext>
                </p:extLst>
              </p:nvPr>
            </p:nvGraphicFramePr>
            <p:xfrm>
              <a:off x="4323321" y="-566992"/>
              <a:ext cx="2999517" cy="3132830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2999517" cy="3132830"/>
                    </a:xfrm>
                    <a:prstGeom prst="rect">
                      <a:avLst/>
                    </a:prstGeom>
                  </am3d:spPr>
                  <am3d:camera>
                    <am3d:pos x="0" y="0" z="7039063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447281" d="1000000"/>
                    <am3d:preTrans dx="0" dy="-1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8042390" ay="2858921" az="-8556732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88492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Modelo 3D 3" descr="Urano">
                <a:extLst>
                  <a:ext uri="{FF2B5EF4-FFF2-40B4-BE49-F238E27FC236}">
                    <a16:creationId xmlns:a16="http://schemas.microsoft.com/office/drawing/2014/main" id="{E0FC89EA-B7E4-34CA-F8E1-23A05581D67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23321" y="-566992"/>
                <a:ext cx="2999517" cy="313283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5168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BD72986-AFFD-4302-3E9E-BF5668101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es-ES" sz="3700"/>
              <a:t>Gold: vistas listas para responder preguntas</a:t>
            </a:r>
            <a:endParaRPr lang="es-CO" sz="37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9EF0FB-248D-9A32-A528-7A3EC9137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O" sz="2000"/>
              <a:t>Dos vistas de ejemplo</a:t>
            </a:r>
          </a:p>
          <a:p>
            <a:r>
              <a:rPr lang="es-CO" sz="2000"/>
              <a:t>gold_by_method:</a:t>
            </a:r>
          </a:p>
          <a:p>
            <a:pPr lvl="1"/>
            <a:r>
              <a:rPr lang="es-CO" sz="2000"/>
              <a:t>n_planets, avg_radius, avg_mass, first_year, last_year</a:t>
            </a:r>
          </a:p>
          <a:p>
            <a:r>
              <a:rPr lang="es-CO" sz="2000"/>
              <a:t>gold_by_host:</a:t>
            </a:r>
          </a:p>
          <a:p>
            <a:pPr lvl="1"/>
            <a:r>
              <a:rPr lang="es-CO" sz="2000"/>
              <a:t>hosts con más planetas + avg_radius</a:t>
            </a:r>
          </a:p>
          <a:p>
            <a:endParaRPr lang="es-CO" sz="2000"/>
          </a:p>
        </p:txBody>
      </p:sp>
      <p:pic>
        <p:nvPicPr>
          <p:cNvPr id="7" name="Imagen 6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A592BD65-C41D-2C9D-55BA-F445D11BCB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1097" y="36395"/>
            <a:ext cx="3143753" cy="3572447"/>
          </a:xfrm>
          <a:prstGeom prst="rect">
            <a:avLst/>
          </a:prstGeom>
        </p:spPr>
      </p:pic>
      <p:pic>
        <p:nvPicPr>
          <p:cNvPr id="5" name="Imagen 4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606BC0C4-422F-6DA3-F622-C4BB83C285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9277" y="3771334"/>
            <a:ext cx="5663195" cy="218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143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F7ABCA-A68A-47DD-B732-76FF34C6F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B36BC7D-46C0-72B0-42C3-FFE2D420A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5" y="3505199"/>
            <a:ext cx="4809068" cy="2608143"/>
          </a:xfrm>
        </p:spPr>
        <p:txBody>
          <a:bodyPr anchor="t">
            <a:normAutofit/>
          </a:bodyPr>
          <a:lstStyle/>
          <a:p>
            <a:pPr algn="ctr"/>
            <a:r>
              <a:rPr lang="es-ES" sz="4000"/>
              <a:t>Evidencia y trazabilidad (cómo sabemos que está bien)</a:t>
            </a:r>
            <a:endParaRPr lang="es-CO" sz="40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714A45F-6378-8108-1119-DED7F7BB8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661" y="2348434"/>
            <a:ext cx="5305020" cy="587271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E9281D-B4F4-9584-5D6A-E69EF0D94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7100" y="643467"/>
            <a:ext cx="5668433" cy="540173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O" sz="1800" dirty="0" err="1"/>
              <a:t>Checklist</a:t>
            </a:r>
            <a:r>
              <a:rPr lang="es-CO" sz="1800" dirty="0"/>
              <a:t> “evidencia mínima”:</a:t>
            </a:r>
          </a:p>
          <a:p>
            <a:r>
              <a:rPr lang="es-CO" sz="1800" dirty="0"/>
              <a:t>DESCRIBE </a:t>
            </a:r>
            <a:r>
              <a:rPr lang="es-CO" sz="1800" dirty="0" err="1"/>
              <a:t>silver_planet</a:t>
            </a:r>
            <a:endParaRPr lang="es-CO" sz="1800" dirty="0"/>
          </a:p>
          <a:p>
            <a:r>
              <a:rPr lang="es-CO" sz="1800" dirty="0"/>
              <a:t>Conteos:</a:t>
            </a:r>
          </a:p>
          <a:p>
            <a:pPr lvl="1"/>
            <a:r>
              <a:rPr lang="es-CO" sz="1800" dirty="0"/>
              <a:t>COUNT(*)</a:t>
            </a:r>
          </a:p>
          <a:p>
            <a:pPr lvl="1"/>
            <a:r>
              <a:rPr lang="es-CO" sz="1800" dirty="0"/>
              <a:t>COUNT(DISTINCT </a:t>
            </a:r>
            <a:r>
              <a:rPr lang="es-CO" sz="1800" dirty="0" err="1"/>
              <a:t>pl_name</a:t>
            </a:r>
            <a:r>
              <a:rPr lang="es-CO" sz="1800" dirty="0"/>
              <a:t>)</a:t>
            </a:r>
          </a:p>
          <a:p>
            <a:pPr lvl="1"/>
            <a:r>
              <a:rPr lang="es-CO" sz="1800" dirty="0"/>
              <a:t>COUNT(DISTINCT </a:t>
            </a:r>
            <a:r>
              <a:rPr lang="es-CO" sz="1800" dirty="0" err="1"/>
              <a:t>hostname</a:t>
            </a:r>
            <a:r>
              <a:rPr lang="es-CO" sz="1800" dirty="0"/>
              <a:t>)</a:t>
            </a:r>
          </a:p>
          <a:p>
            <a:r>
              <a:rPr lang="es-CO" sz="1800" dirty="0"/>
              <a:t>Dimensión:</a:t>
            </a:r>
          </a:p>
          <a:p>
            <a:pPr lvl="1"/>
            <a:r>
              <a:rPr lang="es-CO" sz="1800" dirty="0" err="1"/>
              <a:t>n_rows</a:t>
            </a:r>
            <a:r>
              <a:rPr lang="es-CO" sz="1800" dirty="0"/>
              <a:t> == </a:t>
            </a:r>
            <a:r>
              <a:rPr lang="es-CO" sz="1800" dirty="0" err="1"/>
              <a:t>n_keys</a:t>
            </a:r>
            <a:r>
              <a:rPr lang="es-CO" sz="1800" dirty="0"/>
              <a:t> en </a:t>
            </a:r>
            <a:r>
              <a:rPr lang="es-CO" sz="1800" dirty="0" err="1"/>
              <a:t>dim_host_full</a:t>
            </a:r>
            <a:endParaRPr lang="es-CO" sz="1800" dirty="0"/>
          </a:p>
          <a:p>
            <a:r>
              <a:rPr lang="es-CO" sz="1800" dirty="0"/>
              <a:t>JOIN sano:</a:t>
            </a:r>
          </a:p>
          <a:p>
            <a:pPr lvl="1"/>
            <a:r>
              <a:rPr lang="es-CO" sz="1800" dirty="0" err="1"/>
              <a:t>n_fact</a:t>
            </a:r>
            <a:r>
              <a:rPr lang="es-CO" sz="1800" dirty="0"/>
              <a:t> ≈ </a:t>
            </a:r>
            <a:r>
              <a:rPr lang="es-CO" sz="1800" dirty="0" err="1"/>
              <a:t>n_join</a:t>
            </a:r>
            <a:endParaRPr lang="es-CO" sz="1800" dirty="0"/>
          </a:p>
          <a:p>
            <a:r>
              <a:rPr lang="es-CO" sz="1800" dirty="0"/>
              <a:t>docs/decisions_log.md con 1 decisión + evidencia</a:t>
            </a:r>
          </a:p>
          <a:p>
            <a:endParaRPr lang="es-CO" sz="1800" dirty="0"/>
          </a:p>
        </p:txBody>
      </p:sp>
    </p:spTree>
    <p:extLst>
      <p:ext uri="{BB962C8B-B14F-4D97-AF65-F5344CB8AC3E}">
        <p14:creationId xmlns:p14="http://schemas.microsoft.com/office/powerpoint/2010/main" val="1508262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11DB410-3541-E308-F517-74D39CBF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s-CO" sz="4000"/>
              <a:t>Evidencia</a:t>
            </a:r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99277482-30F0-EFA7-95D1-B8A367B062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0827854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9879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F7ABCA-A68A-47DD-B732-76FF34C6F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DC4852B-ACE8-0345-27F2-08777D72C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5" y="3505199"/>
            <a:ext cx="4809068" cy="2608143"/>
          </a:xfrm>
        </p:spPr>
        <p:txBody>
          <a:bodyPr anchor="t">
            <a:normAutofit/>
          </a:bodyPr>
          <a:lstStyle/>
          <a:p>
            <a:pPr algn="ctr"/>
            <a:r>
              <a:rPr lang="es-CO" sz="4000"/>
              <a:t>Entregables (en clase + tarea)</a:t>
            </a:r>
          </a:p>
        </p:txBody>
      </p:sp>
      <p:pic>
        <p:nvPicPr>
          <p:cNvPr id="7" name="Graphic 6" descr="Cinta">
            <a:extLst>
              <a:ext uri="{FF2B5EF4-FFF2-40B4-BE49-F238E27FC236}">
                <a16:creationId xmlns:a16="http://schemas.microsoft.com/office/drawing/2014/main" id="{CBA2CB46-2584-4FDD-7F12-AAA708A9C0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90799" y="2519363"/>
            <a:ext cx="914400" cy="91440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3DAB2B-213A-7964-9601-400BF9DD0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7100" y="643467"/>
            <a:ext cx="5668433" cy="540173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O" sz="1800" b="1" dirty="0"/>
              <a:t>En clase</a:t>
            </a:r>
            <a:endParaRPr lang="es-CO" sz="1800" dirty="0"/>
          </a:p>
          <a:p>
            <a:r>
              <a:rPr lang="es-CO" sz="1800" dirty="0"/>
              <a:t>docs/w04b_silver_report.md con 3 evidencias (Silver, </a:t>
            </a:r>
            <a:r>
              <a:rPr lang="es-CO" sz="1800" dirty="0" err="1"/>
              <a:t>Dim</a:t>
            </a:r>
            <a:r>
              <a:rPr lang="es-CO" sz="1800" dirty="0"/>
              <a:t>, JOIN sano)</a:t>
            </a:r>
          </a:p>
          <a:p>
            <a:r>
              <a:rPr lang="es-CO" sz="1800" dirty="0"/>
              <a:t>docs/decisions_log.md (reglas Silver + por qué + evidencia)</a:t>
            </a:r>
          </a:p>
          <a:p>
            <a:pPr marL="0" indent="0">
              <a:buNone/>
            </a:pPr>
            <a:r>
              <a:rPr lang="es-CO" sz="1800" b="1" dirty="0"/>
              <a:t>Tarea</a:t>
            </a:r>
            <a:endParaRPr lang="es-CO" sz="1800" dirty="0"/>
          </a:p>
          <a:p>
            <a:r>
              <a:rPr lang="es-CO" sz="1800" dirty="0"/>
              <a:t>crear 1 vista Gold (si faltó)</a:t>
            </a:r>
          </a:p>
          <a:p>
            <a:r>
              <a:rPr lang="es-CO" sz="1800" dirty="0"/>
              <a:t>exportar a CSV en </a:t>
            </a:r>
            <a:r>
              <a:rPr lang="es-CO" sz="1800" dirty="0" err="1"/>
              <a:t>artifacts</a:t>
            </a:r>
            <a:r>
              <a:rPr lang="es-CO" sz="1800" dirty="0"/>
              <a:t>/</a:t>
            </a:r>
          </a:p>
          <a:p>
            <a:r>
              <a:rPr lang="es-CO" sz="1800" dirty="0"/>
              <a:t>opcional: versión v1.0.1 si agregaste regla extra</a:t>
            </a:r>
          </a:p>
          <a:p>
            <a:pPr marL="0" indent="0">
              <a:buNone/>
            </a:pPr>
            <a:r>
              <a:rPr lang="es-CO" sz="1800" b="1" dirty="0"/>
              <a:t>Árbol de carpetas mínimo:</a:t>
            </a:r>
          </a:p>
          <a:p>
            <a:pPr lvl="1"/>
            <a:r>
              <a:rPr lang="es-CO" sz="1800" dirty="0" err="1"/>
              <a:t>docs</a:t>
            </a:r>
            <a:r>
              <a:rPr lang="es-CO" sz="1800" dirty="0"/>
              <a:t>/</a:t>
            </a:r>
          </a:p>
          <a:p>
            <a:pPr lvl="1"/>
            <a:r>
              <a:rPr lang="es-CO" sz="1800" dirty="0" err="1"/>
              <a:t>artifacts</a:t>
            </a:r>
            <a:r>
              <a:rPr lang="es-CO" sz="1800" dirty="0"/>
              <a:t>/</a:t>
            </a:r>
          </a:p>
          <a:p>
            <a:pPr lvl="1"/>
            <a:r>
              <a:rPr lang="es-CO" sz="1800" dirty="0"/>
              <a:t>data/</a:t>
            </a:r>
          </a:p>
          <a:p>
            <a:pPr lvl="1"/>
            <a:r>
              <a:rPr lang="es-CO" sz="1800" dirty="0"/>
              <a:t>notebooks/</a:t>
            </a:r>
          </a:p>
          <a:p>
            <a:endParaRPr lang="es-CO" sz="1800" dirty="0"/>
          </a:p>
        </p:txBody>
      </p:sp>
    </p:spTree>
    <p:extLst>
      <p:ext uri="{BB962C8B-B14F-4D97-AF65-F5344CB8AC3E}">
        <p14:creationId xmlns:p14="http://schemas.microsoft.com/office/powerpoint/2010/main" val="18631466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751</Words>
  <Application>Microsoft Office PowerPoint</Application>
  <PresentationFormat>Panorámica</PresentationFormat>
  <Paragraphs>128</Paragraphs>
  <Slides>12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Tema de Office</vt:lpstr>
      <vt:lpstr>Silver + Gold</vt:lpstr>
      <vt:lpstr>Silver + Gold</vt:lpstr>
      <vt:lpstr>Recuento</vt:lpstr>
      <vt:lpstr>Bronze vs Silver</vt:lpstr>
      <vt:lpstr>Contract v1: Core 16 columnas</vt:lpstr>
      <vt:lpstr>Reglas Silver mínimas</vt:lpstr>
      <vt:lpstr>Dimensiones: 1 fila por clave (dim_host_full)</vt:lpstr>
      <vt:lpstr>Fact: 1 fila ≈ 1                     (pl_name)</vt:lpstr>
      <vt:lpstr>Gold: vistas listas para responder preguntas</vt:lpstr>
      <vt:lpstr>Evidencia y trazabilidad (cómo sabemos que está bien)</vt:lpstr>
      <vt:lpstr>Evidencia</vt:lpstr>
      <vt:lpstr>Entregables (en clase + tarea)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	 Echeverri Arteaga</dc:creator>
  <cp:lastModifiedBy>Santiago	 Echeverri Arteaga</cp:lastModifiedBy>
  <cp:revision>8</cp:revision>
  <dcterms:created xsi:type="dcterms:W3CDTF">2025-12-30T02:31:12Z</dcterms:created>
  <dcterms:modified xsi:type="dcterms:W3CDTF">2026-02-15T16:04:15Z</dcterms:modified>
</cp:coreProperties>
</file>