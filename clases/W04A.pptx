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27B40F-8F38-4A31-B40E-091FCBE67E51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1C166D3-46C1-449F-8D26-8FDC3BEAFFFE}">
      <dgm:prSet/>
      <dgm:spPr/>
      <dgm:t>
        <a:bodyPr/>
        <a:lstStyle/>
        <a:p>
          <a:r>
            <a:rPr lang="es-CO"/>
            <a:t>Un JOIN malo es por falta de un contrato</a:t>
          </a:r>
          <a:endParaRPr lang="en-US"/>
        </a:p>
      </dgm:t>
    </dgm:pt>
    <dgm:pt modelId="{FB64C8D5-DEC1-49BF-A65C-93136C3313DC}" type="parTrans" cxnId="{92CC1893-12AF-475E-9ED7-00EC84124A06}">
      <dgm:prSet/>
      <dgm:spPr/>
      <dgm:t>
        <a:bodyPr/>
        <a:lstStyle/>
        <a:p>
          <a:endParaRPr lang="en-US"/>
        </a:p>
      </dgm:t>
    </dgm:pt>
    <dgm:pt modelId="{F540EC5A-8147-492D-A5EC-BC190D1C3341}" type="sibTrans" cxnId="{92CC1893-12AF-475E-9ED7-00EC84124A06}">
      <dgm:prSet/>
      <dgm:spPr/>
      <dgm:t>
        <a:bodyPr/>
        <a:lstStyle/>
        <a:p>
          <a:endParaRPr lang="en-US"/>
        </a:p>
      </dgm:t>
    </dgm:pt>
    <dgm:pt modelId="{6CD851DD-6EBA-4930-BE79-D68310406215}">
      <dgm:prSet/>
      <dgm:spPr/>
      <dgm:t>
        <a:bodyPr/>
        <a:lstStyle/>
        <a:p>
          <a:r>
            <a:rPr lang="es-CO"/>
            <a:t>Un contrato tiene asociado un modelo de datos</a:t>
          </a:r>
          <a:endParaRPr lang="en-US"/>
        </a:p>
      </dgm:t>
    </dgm:pt>
    <dgm:pt modelId="{F2EA5EE0-765F-4B27-A14D-EF787A1FFB85}" type="parTrans" cxnId="{271A6525-A2BA-4E50-A5FD-B8C185E3A258}">
      <dgm:prSet/>
      <dgm:spPr/>
      <dgm:t>
        <a:bodyPr/>
        <a:lstStyle/>
        <a:p>
          <a:endParaRPr lang="en-US"/>
        </a:p>
      </dgm:t>
    </dgm:pt>
    <dgm:pt modelId="{A76E48DC-853E-418A-94AB-2D29D039CF78}" type="sibTrans" cxnId="{271A6525-A2BA-4E50-A5FD-B8C185E3A258}">
      <dgm:prSet/>
      <dgm:spPr/>
      <dgm:t>
        <a:bodyPr/>
        <a:lstStyle/>
        <a:p>
          <a:endParaRPr lang="en-US"/>
        </a:p>
      </dgm:t>
    </dgm:pt>
    <dgm:pt modelId="{15CEA0FF-EB2D-4D48-BA04-9DFE5183C043}">
      <dgm:prSet/>
      <dgm:spPr/>
      <dgm:t>
        <a:bodyPr/>
        <a:lstStyle/>
        <a:p>
          <a:r>
            <a:rPr lang="es-CO"/>
            <a:t>El modelo de datos se abstrae a partir de los datos crudos</a:t>
          </a:r>
          <a:endParaRPr lang="en-US"/>
        </a:p>
      </dgm:t>
    </dgm:pt>
    <dgm:pt modelId="{F0223BDC-161B-4939-95F5-2DC9E47496C6}" type="parTrans" cxnId="{EA17CA0F-C1EE-4AD8-A29E-3AC2F1F17FAD}">
      <dgm:prSet/>
      <dgm:spPr/>
      <dgm:t>
        <a:bodyPr/>
        <a:lstStyle/>
        <a:p>
          <a:endParaRPr lang="en-US"/>
        </a:p>
      </dgm:t>
    </dgm:pt>
    <dgm:pt modelId="{A403915A-AEA7-44B6-A518-7F0D0A6BF9CB}" type="sibTrans" cxnId="{EA17CA0F-C1EE-4AD8-A29E-3AC2F1F17FAD}">
      <dgm:prSet/>
      <dgm:spPr/>
      <dgm:t>
        <a:bodyPr/>
        <a:lstStyle/>
        <a:p>
          <a:endParaRPr lang="en-US"/>
        </a:p>
      </dgm:t>
    </dgm:pt>
    <dgm:pt modelId="{F67AABCC-5222-4DD7-B78B-A4FA84838E42}" type="pres">
      <dgm:prSet presAssocID="{8927B40F-8F38-4A31-B40E-091FCBE67E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575346C-AF43-4C19-AC5C-AD3322C36E3D}" type="pres">
      <dgm:prSet presAssocID="{A1C166D3-46C1-449F-8D26-8FDC3BEAFFFE}" presName="hierRoot1" presStyleCnt="0"/>
      <dgm:spPr/>
    </dgm:pt>
    <dgm:pt modelId="{68654E96-91E2-41C4-8914-992EDB64B995}" type="pres">
      <dgm:prSet presAssocID="{A1C166D3-46C1-449F-8D26-8FDC3BEAFFFE}" presName="composite" presStyleCnt="0"/>
      <dgm:spPr/>
    </dgm:pt>
    <dgm:pt modelId="{C8AE2146-BA38-4702-A5C9-F835F2C22A25}" type="pres">
      <dgm:prSet presAssocID="{A1C166D3-46C1-449F-8D26-8FDC3BEAFFFE}" presName="background" presStyleLbl="node0" presStyleIdx="0" presStyleCnt="3"/>
      <dgm:spPr/>
    </dgm:pt>
    <dgm:pt modelId="{EB3306D1-70F5-4CD8-A561-7462F2EA38DD}" type="pres">
      <dgm:prSet presAssocID="{A1C166D3-46C1-449F-8D26-8FDC3BEAFFFE}" presName="text" presStyleLbl="fgAcc0" presStyleIdx="0" presStyleCnt="3">
        <dgm:presLayoutVars>
          <dgm:chPref val="3"/>
        </dgm:presLayoutVars>
      </dgm:prSet>
      <dgm:spPr/>
    </dgm:pt>
    <dgm:pt modelId="{E8B1FA61-1430-4B8B-A35F-DB7895FD1821}" type="pres">
      <dgm:prSet presAssocID="{A1C166D3-46C1-449F-8D26-8FDC3BEAFFFE}" presName="hierChild2" presStyleCnt="0"/>
      <dgm:spPr/>
    </dgm:pt>
    <dgm:pt modelId="{CAD0E17A-5A06-48B5-BDBE-331FB9FD349B}" type="pres">
      <dgm:prSet presAssocID="{6CD851DD-6EBA-4930-BE79-D68310406215}" presName="hierRoot1" presStyleCnt="0"/>
      <dgm:spPr/>
    </dgm:pt>
    <dgm:pt modelId="{645C8EA1-A0A6-4530-BFE2-48414C9B5011}" type="pres">
      <dgm:prSet presAssocID="{6CD851DD-6EBA-4930-BE79-D68310406215}" presName="composite" presStyleCnt="0"/>
      <dgm:spPr/>
    </dgm:pt>
    <dgm:pt modelId="{19FCF3CF-B96E-4991-BC4D-66A1D30EA996}" type="pres">
      <dgm:prSet presAssocID="{6CD851DD-6EBA-4930-BE79-D68310406215}" presName="background" presStyleLbl="node0" presStyleIdx="1" presStyleCnt="3"/>
      <dgm:spPr/>
    </dgm:pt>
    <dgm:pt modelId="{C669BC53-9B62-4BE0-A139-BA48C9946D78}" type="pres">
      <dgm:prSet presAssocID="{6CD851DD-6EBA-4930-BE79-D68310406215}" presName="text" presStyleLbl="fgAcc0" presStyleIdx="1" presStyleCnt="3">
        <dgm:presLayoutVars>
          <dgm:chPref val="3"/>
        </dgm:presLayoutVars>
      </dgm:prSet>
      <dgm:spPr/>
    </dgm:pt>
    <dgm:pt modelId="{ADC5DBC1-C284-4EE1-A064-407AA9D48C07}" type="pres">
      <dgm:prSet presAssocID="{6CD851DD-6EBA-4930-BE79-D68310406215}" presName="hierChild2" presStyleCnt="0"/>
      <dgm:spPr/>
    </dgm:pt>
    <dgm:pt modelId="{5DA21B9C-7EC8-478A-A510-0A647DAC6741}" type="pres">
      <dgm:prSet presAssocID="{15CEA0FF-EB2D-4D48-BA04-9DFE5183C043}" presName="hierRoot1" presStyleCnt="0"/>
      <dgm:spPr/>
    </dgm:pt>
    <dgm:pt modelId="{DD280DE7-4DFF-482C-B6BC-F99BC285988D}" type="pres">
      <dgm:prSet presAssocID="{15CEA0FF-EB2D-4D48-BA04-9DFE5183C043}" presName="composite" presStyleCnt="0"/>
      <dgm:spPr/>
    </dgm:pt>
    <dgm:pt modelId="{1B60DE79-78FD-4A18-A1C8-97109D601CE2}" type="pres">
      <dgm:prSet presAssocID="{15CEA0FF-EB2D-4D48-BA04-9DFE5183C043}" presName="background" presStyleLbl="node0" presStyleIdx="2" presStyleCnt="3"/>
      <dgm:spPr/>
    </dgm:pt>
    <dgm:pt modelId="{08C369CF-EA73-491A-8DFA-6BCA760C19CC}" type="pres">
      <dgm:prSet presAssocID="{15CEA0FF-EB2D-4D48-BA04-9DFE5183C043}" presName="text" presStyleLbl="fgAcc0" presStyleIdx="2" presStyleCnt="3">
        <dgm:presLayoutVars>
          <dgm:chPref val="3"/>
        </dgm:presLayoutVars>
      </dgm:prSet>
      <dgm:spPr/>
    </dgm:pt>
    <dgm:pt modelId="{A16C1D60-F187-4BAA-9296-6EBD17905A56}" type="pres">
      <dgm:prSet presAssocID="{15CEA0FF-EB2D-4D48-BA04-9DFE5183C043}" presName="hierChild2" presStyleCnt="0"/>
      <dgm:spPr/>
    </dgm:pt>
  </dgm:ptLst>
  <dgm:cxnLst>
    <dgm:cxn modelId="{EA17CA0F-C1EE-4AD8-A29E-3AC2F1F17FAD}" srcId="{8927B40F-8F38-4A31-B40E-091FCBE67E51}" destId="{15CEA0FF-EB2D-4D48-BA04-9DFE5183C043}" srcOrd="2" destOrd="0" parTransId="{F0223BDC-161B-4939-95F5-2DC9E47496C6}" sibTransId="{A403915A-AEA7-44B6-A518-7F0D0A6BF9CB}"/>
    <dgm:cxn modelId="{285BA211-0134-49CD-B66D-CA0841D591FD}" type="presOf" srcId="{6CD851DD-6EBA-4930-BE79-D68310406215}" destId="{C669BC53-9B62-4BE0-A139-BA48C9946D78}" srcOrd="0" destOrd="0" presId="urn:microsoft.com/office/officeart/2005/8/layout/hierarchy1"/>
    <dgm:cxn modelId="{08DCB322-458D-47B1-B5A9-334A297B7506}" type="presOf" srcId="{15CEA0FF-EB2D-4D48-BA04-9DFE5183C043}" destId="{08C369CF-EA73-491A-8DFA-6BCA760C19CC}" srcOrd="0" destOrd="0" presId="urn:microsoft.com/office/officeart/2005/8/layout/hierarchy1"/>
    <dgm:cxn modelId="{271A6525-A2BA-4E50-A5FD-B8C185E3A258}" srcId="{8927B40F-8F38-4A31-B40E-091FCBE67E51}" destId="{6CD851DD-6EBA-4930-BE79-D68310406215}" srcOrd="1" destOrd="0" parTransId="{F2EA5EE0-765F-4B27-A14D-EF787A1FFB85}" sibTransId="{A76E48DC-853E-418A-94AB-2D29D039CF78}"/>
    <dgm:cxn modelId="{8C0AEE62-ECE8-4A0B-8161-D0EC5BCB8EA4}" type="presOf" srcId="{A1C166D3-46C1-449F-8D26-8FDC3BEAFFFE}" destId="{EB3306D1-70F5-4CD8-A561-7462F2EA38DD}" srcOrd="0" destOrd="0" presId="urn:microsoft.com/office/officeart/2005/8/layout/hierarchy1"/>
    <dgm:cxn modelId="{92CC1893-12AF-475E-9ED7-00EC84124A06}" srcId="{8927B40F-8F38-4A31-B40E-091FCBE67E51}" destId="{A1C166D3-46C1-449F-8D26-8FDC3BEAFFFE}" srcOrd="0" destOrd="0" parTransId="{FB64C8D5-DEC1-49BF-A65C-93136C3313DC}" sibTransId="{F540EC5A-8147-492D-A5EC-BC190D1C3341}"/>
    <dgm:cxn modelId="{32C6E8C8-A625-47B6-8BE8-1DAA66732F14}" type="presOf" srcId="{8927B40F-8F38-4A31-B40E-091FCBE67E51}" destId="{F67AABCC-5222-4DD7-B78B-A4FA84838E42}" srcOrd="0" destOrd="0" presId="urn:microsoft.com/office/officeart/2005/8/layout/hierarchy1"/>
    <dgm:cxn modelId="{C7EF1508-6B9C-49FB-A96B-7FCAE70954D7}" type="presParOf" srcId="{F67AABCC-5222-4DD7-B78B-A4FA84838E42}" destId="{E575346C-AF43-4C19-AC5C-AD3322C36E3D}" srcOrd="0" destOrd="0" presId="urn:microsoft.com/office/officeart/2005/8/layout/hierarchy1"/>
    <dgm:cxn modelId="{D4E63C89-7611-497A-A0F1-9B8D8B2B72B1}" type="presParOf" srcId="{E575346C-AF43-4C19-AC5C-AD3322C36E3D}" destId="{68654E96-91E2-41C4-8914-992EDB64B995}" srcOrd="0" destOrd="0" presId="urn:microsoft.com/office/officeart/2005/8/layout/hierarchy1"/>
    <dgm:cxn modelId="{78899F60-954D-4876-A604-C4B63439B05C}" type="presParOf" srcId="{68654E96-91E2-41C4-8914-992EDB64B995}" destId="{C8AE2146-BA38-4702-A5C9-F835F2C22A25}" srcOrd="0" destOrd="0" presId="urn:microsoft.com/office/officeart/2005/8/layout/hierarchy1"/>
    <dgm:cxn modelId="{81EF6F27-45BC-40DC-83CD-1B8873FCC443}" type="presParOf" srcId="{68654E96-91E2-41C4-8914-992EDB64B995}" destId="{EB3306D1-70F5-4CD8-A561-7462F2EA38DD}" srcOrd="1" destOrd="0" presId="urn:microsoft.com/office/officeart/2005/8/layout/hierarchy1"/>
    <dgm:cxn modelId="{E849F564-A77B-465C-AAC4-3D3DDFD3A0A1}" type="presParOf" srcId="{E575346C-AF43-4C19-AC5C-AD3322C36E3D}" destId="{E8B1FA61-1430-4B8B-A35F-DB7895FD1821}" srcOrd="1" destOrd="0" presId="urn:microsoft.com/office/officeart/2005/8/layout/hierarchy1"/>
    <dgm:cxn modelId="{09B0A0CF-0DBA-4D20-A2CC-CAA82A5FC1EC}" type="presParOf" srcId="{F67AABCC-5222-4DD7-B78B-A4FA84838E42}" destId="{CAD0E17A-5A06-48B5-BDBE-331FB9FD349B}" srcOrd="1" destOrd="0" presId="urn:microsoft.com/office/officeart/2005/8/layout/hierarchy1"/>
    <dgm:cxn modelId="{360F5460-9F01-4719-9D8A-0684AC87ADF0}" type="presParOf" srcId="{CAD0E17A-5A06-48B5-BDBE-331FB9FD349B}" destId="{645C8EA1-A0A6-4530-BFE2-48414C9B5011}" srcOrd="0" destOrd="0" presId="urn:microsoft.com/office/officeart/2005/8/layout/hierarchy1"/>
    <dgm:cxn modelId="{431215FE-3D53-4C53-9A5B-BC9D44BC411E}" type="presParOf" srcId="{645C8EA1-A0A6-4530-BFE2-48414C9B5011}" destId="{19FCF3CF-B96E-4991-BC4D-66A1D30EA996}" srcOrd="0" destOrd="0" presId="urn:microsoft.com/office/officeart/2005/8/layout/hierarchy1"/>
    <dgm:cxn modelId="{6F826CD6-E873-4257-B62C-328A3F77686F}" type="presParOf" srcId="{645C8EA1-A0A6-4530-BFE2-48414C9B5011}" destId="{C669BC53-9B62-4BE0-A139-BA48C9946D78}" srcOrd="1" destOrd="0" presId="urn:microsoft.com/office/officeart/2005/8/layout/hierarchy1"/>
    <dgm:cxn modelId="{D0FCF936-BBB3-4083-9013-D01A577F6959}" type="presParOf" srcId="{CAD0E17A-5A06-48B5-BDBE-331FB9FD349B}" destId="{ADC5DBC1-C284-4EE1-A064-407AA9D48C07}" srcOrd="1" destOrd="0" presId="urn:microsoft.com/office/officeart/2005/8/layout/hierarchy1"/>
    <dgm:cxn modelId="{B44D26E1-D0DE-431D-88C0-E4ED1E8CC934}" type="presParOf" srcId="{F67AABCC-5222-4DD7-B78B-A4FA84838E42}" destId="{5DA21B9C-7EC8-478A-A510-0A647DAC6741}" srcOrd="2" destOrd="0" presId="urn:microsoft.com/office/officeart/2005/8/layout/hierarchy1"/>
    <dgm:cxn modelId="{876313F5-79FF-4CBC-B735-19402E3675C8}" type="presParOf" srcId="{5DA21B9C-7EC8-478A-A510-0A647DAC6741}" destId="{DD280DE7-4DFF-482C-B6BC-F99BC285988D}" srcOrd="0" destOrd="0" presId="urn:microsoft.com/office/officeart/2005/8/layout/hierarchy1"/>
    <dgm:cxn modelId="{05DF21DB-589B-4F08-A90C-F285A9F1FE4A}" type="presParOf" srcId="{DD280DE7-4DFF-482C-B6BC-F99BC285988D}" destId="{1B60DE79-78FD-4A18-A1C8-97109D601CE2}" srcOrd="0" destOrd="0" presId="urn:microsoft.com/office/officeart/2005/8/layout/hierarchy1"/>
    <dgm:cxn modelId="{8F3BB039-6F87-43BF-8467-F123518E85B4}" type="presParOf" srcId="{DD280DE7-4DFF-482C-B6BC-F99BC285988D}" destId="{08C369CF-EA73-491A-8DFA-6BCA760C19CC}" srcOrd="1" destOrd="0" presId="urn:microsoft.com/office/officeart/2005/8/layout/hierarchy1"/>
    <dgm:cxn modelId="{71A00893-F622-4D72-BDD3-8854FC4250D7}" type="presParOf" srcId="{5DA21B9C-7EC8-478A-A510-0A647DAC6741}" destId="{A16C1D60-F187-4BAA-9296-6EBD17905A5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C25EA2-DEE2-4496-9672-DEADD36FE61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DF88317-248D-442F-BFFE-23313D3B3E98}">
      <dgm:prSet/>
      <dgm:spPr/>
      <dgm:t>
        <a:bodyPr/>
        <a:lstStyle/>
        <a:p>
          <a:r>
            <a:rPr lang="pt-BR"/>
            <a:t>Antes de transformar o unir, validamos</a:t>
          </a:r>
          <a:endParaRPr lang="en-US"/>
        </a:p>
      </dgm:t>
    </dgm:pt>
    <dgm:pt modelId="{74EDF1B2-4EFB-49F6-9749-C7C64576434D}" type="parTrans" cxnId="{4305DD16-7C0A-428D-94AB-110931147B57}">
      <dgm:prSet/>
      <dgm:spPr/>
      <dgm:t>
        <a:bodyPr/>
        <a:lstStyle/>
        <a:p>
          <a:endParaRPr lang="en-US"/>
        </a:p>
      </dgm:t>
    </dgm:pt>
    <dgm:pt modelId="{AECA1CC7-C559-484C-B13D-22267C115A4F}" type="sibTrans" cxnId="{4305DD16-7C0A-428D-94AB-110931147B57}">
      <dgm:prSet/>
      <dgm:spPr/>
      <dgm:t>
        <a:bodyPr/>
        <a:lstStyle/>
        <a:p>
          <a:endParaRPr lang="en-US"/>
        </a:p>
      </dgm:t>
    </dgm:pt>
    <dgm:pt modelId="{58A8127A-68DB-402B-9C3F-E91631A173B4}">
      <dgm:prSet/>
      <dgm:spPr/>
      <dgm:t>
        <a:bodyPr/>
        <a:lstStyle/>
        <a:p>
          <a:r>
            <a:rPr lang="es-ES"/>
            <a:t>¿Qué pasa si NO validas?</a:t>
          </a:r>
          <a:endParaRPr lang="en-US"/>
        </a:p>
      </dgm:t>
    </dgm:pt>
    <dgm:pt modelId="{4A87F0D4-8F79-46E9-8F22-19CBA44DB210}" type="parTrans" cxnId="{6F17F083-1684-4BF1-9B20-0CC076F0261E}">
      <dgm:prSet/>
      <dgm:spPr/>
      <dgm:t>
        <a:bodyPr/>
        <a:lstStyle/>
        <a:p>
          <a:endParaRPr lang="en-US"/>
        </a:p>
      </dgm:t>
    </dgm:pt>
    <dgm:pt modelId="{A67CAF9C-C278-427F-84C1-16178F950A18}" type="sibTrans" cxnId="{6F17F083-1684-4BF1-9B20-0CC076F0261E}">
      <dgm:prSet/>
      <dgm:spPr/>
      <dgm:t>
        <a:bodyPr/>
        <a:lstStyle/>
        <a:p>
          <a:endParaRPr lang="en-US"/>
        </a:p>
      </dgm:t>
    </dgm:pt>
    <dgm:pt modelId="{007735E2-5A7E-4F8B-A582-3519C64AE154}">
      <dgm:prSet/>
      <dgm:spPr/>
      <dgm:t>
        <a:bodyPr/>
        <a:lstStyle/>
        <a:p>
          <a:r>
            <a:rPr lang="es-ES" b="1"/>
            <a:t>Duplicados en claves</a:t>
          </a:r>
          <a:r>
            <a:rPr lang="es-ES"/>
            <a:t> → JOIN multiplica filas → métricas falsas</a:t>
          </a:r>
          <a:endParaRPr lang="en-US"/>
        </a:p>
      </dgm:t>
    </dgm:pt>
    <dgm:pt modelId="{998C4639-A7D5-4821-930B-AD3B3801B45D}" type="parTrans" cxnId="{38A78AFC-CA56-41C3-9DC0-44450901AB7A}">
      <dgm:prSet/>
      <dgm:spPr/>
      <dgm:t>
        <a:bodyPr/>
        <a:lstStyle/>
        <a:p>
          <a:endParaRPr lang="en-US"/>
        </a:p>
      </dgm:t>
    </dgm:pt>
    <dgm:pt modelId="{40C935EA-22D5-4354-8CF3-78785285AE5D}" type="sibTrans" cxnId="{38A78AFC-CA56-41C3-9DC0-44450901AB7A}">
      <dgm:prSet/>
      <dgm:spPr/>
      <dgm:t>
        <a:bodyPr/>
        <a:lstStyle/>
        <a:p>
          <a:endParaRPr lang="en-US"/>
        </a:p>
      </dgm:t>
    </dgm:pt>
    <dgm:pt modelId="{7F955E9A-9AAB-4656-AFE1-637D96A863E4}">
      <dgm:prSet/>
      <dgm:spPr/>
      <dgm:t>
        <a:bodyPr/>
        <a:lstStyle/>
        <a:p>
          <a:r>
            <a:rPr lang="es-ES" b="1"/>
            <a:t>Nulos en columnas clave</a:t>
          </a:r>
          <a:r>
            <a:rPr lang="es-ES"/>
            <a:t> → pérdidas silenciosas (LEFT/INNER) → sesgos</a:t>
          </a:r>
          <a:endParaRPr lang="en-US"/>
        </a:p>
      </dgm:t>
    </dgm:pt>
    <dgm:pt modelId="{68553798-7301-45EB-B35F-865DFF519C45}" type="parTrans" cxnId="{D08A47D4-98D9-452A-BFEE-F92541E9B7EC}">
      <dgm:prSet/>
      <dgm:spPr/>
      <dgm:t>
        <a:bodyPr/>
        <a:lstStyle/>
        <a:p>
          <a:endParaRPr lang="en-US"/>
        </a:p>
      </dgm:t>
    </dgm:pt>
    <dgm:pt modelId="{A449815D-FAC3-49DD-B3D8-D131E2256562}" type="sibTrans" cxnId="{D08A47D4-98D9-452A-BFEE-F92541E9B7EC}">
      <dgm:prSet/>
      <dgm:spPr/>
      <dgm:t>
        <a:bodyPr/>
        <a:lstStyle/>
        <a:p>
          <a:endParaRPr lang="en-US"/>
        </a:p>
      </dgm:t>
    </dgm:pt>
    <dgm:pt modelId="{3601160D-41E3-4057-B9E2-B1FE0C09F768}">
      <dgm:prSet/>
      <dgm:spPr/>
      <dgm:t>
        <a:bodyPr/>
        <a:lstStyle/>
        <a:p>
          <a:r>
            <a:rPr lang="es-ES" b="1"/>
            <a:t>Rangos absurdos</a:t>
          </a:r>
          <a:r>
            <a:rPr lang="es-ES"/>
            <a:t> → promedios y modelos que “parecen” correctos pero no lo son</a:t>
          </a:r>
          <a:endParaRPr lang="en-US"/>
        </a:p>
      </dgm:t>
    </dgm:pt>
    <dgm:pt modelId="{78C72839-8FAD-4BEA-90E9-F4DB87CF2397}" type="parTrans" cxnId="{48BB8FAF-0FA3-407D-B04F-68B4E0D6DD99}">
      <dgm:prSet/>
      <dgm:spPr/>
      <dgm:t>
        <a:bodyPr/>
        <a:lstStyle/>
        <a:p>
          <a:endParaRPr lang="en-US"/>
        </a:p>
      </dgm:t>
    </dgm:pt>
    <dgm:pt modelId="{2BECBE89-A32D-47CB-A4D0-80DD51EB8F21}" type="sibTrans" cxnId="{48BB8FAF-0FA3-407D-B04F-68B4E0D6DD99}">
      <dgm:prSet/>
      <dgm:spPr/>
      <dgm:t>
        <a:bodyPr/>
        <a:lstStyle/>
        <a:p>
          <a:endParaRPr lang="en-US"/>
        </a:p>
      </dgm:t>
    </dgm:pt>
    <dgm:pt modelId="{3E14B3E9-77C3-46A2-AF9B-E8FDCE23CF12}">
      <dgm:prSet/>
      <dgm:spPr/>
      <dgm:t>
        <a:bodyPr/>
        <a:lstStyle/>
        <a:p>
          <a:r>
            <a:rPr lang="es-ES"/>
            <a:t>El JOIN “malo” no fue accidente: fue falta de checks.</a:t>
          </a:r>
          <a:endParaRPr lang="en-US"/>
        </a:p>
      </dgm:t>
    </dgm:pt>
    <dgm:pt modelId="{6699AD80-3AF8-470F-8A9F-B0B55C6A7DF9}" type="parTrans" cxnId="{6AFC04DD-8FF5-4112-B401-D3866B6F5FB6}">
      <dgm:prSet/>
      <dgm:spPr/>
      <dgm:t>
        <a:bodyPr/>
        <a:lstStyle/>
        <a:p>
          <a:endParaRPr lang="en-US"/>
        </a:p>
      </dgm:t>
    </dgm:pt>
    <dgm:pt modelId="{4DD448B5-D13A-46F3-9AED-98B72B5F728E}" type="sibTrans" cxnId="{6AFC04DD-8FF5-4112-B401-D3866B6F5FB6}">
      <dgm:prSet/>
      <dgm:spPr/>
      <dgm:t>
        <a:bodyPr/>
        <a:lstStyle/>
        <a:p>
          <a:endParaRPr lang="en-US"/>
        </a:p>
      </dgm:t>
    </dgm:pt>
    <dgm:pt modelId="{7B94A484-0530-4EBE-BB03-A8885EFC6F76}" type="pres">
      <dgm:prSet presAssocID="{94C25EA2-DEE2-4496-9672-DEADD36FE611}" presName="linear" presStyleCnt="0">
        <dgm:presLayoutVars>
          <dgm:animLvl val="lvl"/>
          <dgm:resizeHandles val="exact"/>
        </dgm:presLayoutVars>
      </dgm:prSet>
      <dgm:spPr/>
    </dgm:pt>
    <dgm:pt modelId="{C176BF6E-CEB1-4A1E-928A-A5FD581DFAD7}" type="pres">
      <dgm:prSet presAssocID="{5DF88317-248D-442F-BFFE-23313D3B3E9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BF27F0D-518E-4427-B7A1-5971BF1208B6}" type="pres">
      <dgm:prSet presAssocID="{AECA1CC7-C559-484C-B13D-22267C115A4F}" presName="spacer" presStyleCnt="0"/>
      <dgm:spPr/>
    </dgm:pt>
    <dgm:pt modelId="{71EAD8D8-78C8-4792-A92F-9870DF54A697}" type="pres">
      <dgm:prSet presAssocID="{58A8127A-68DB-402B-9C3F-E91631A173B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D3D3FD-765C-4793-90BC-5FD04ADF99A8}" type="pres">
      <dgm:prSet presAssocID="{58A8127A-68DB-402B-9C3F-E91631A173B4}" presName="childText" presStyleLbl="revTx" presStyleIdx="0" presStyleCnt="1">
        <dgm:presLayoutVars>
          <dgm:bulletEnabled val="1"/>
        </dgm:presLayoutVars>
      </dgm:prSet>
      <dgm:spPr/>
    </dgm:pt>
    <dgm:pt modelId="{4251B110-EC07-42A2-AF4E-7F74F10C4B80}" type="pres">
      <dgm:prSet presAssocID="{3E14B3E9-77C3-46A2-AF9B-E8FDCE23CF1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305DD16-7C0A-428D-94AB-110931147B57}" srcId="{94C25EA2-DEE2-4496-9672-DEADD36FE611}" destId="{5DF88317-248D-442F-BFFE-23313D3B3E98}" srcOrd="0" destOrd="0" parTransId="{74EDF1B2-4EFB-49F6-9749-C7C64576434D}" sibTransId="{AECA1CC7-C559-484C-B13D-22267C115A4F}"/>
    <dgm:cxn modelId="{00BDEF3A-38DB-4AFF-976F-731487926825}" type="presOf" srcId="{7F955E9A-9AAB-4656-AFE1-637D96A863E4}" destId="{D1D3D3FD-765C-4793-90BC-5FD04ADF99A8}" srcOrd="0" destOrd="1" presId="urn:microsoft.com/office/officeart/2005/8/layout/vList2"/>
    <dgm:cxn modelId="{060A1F40-686E-4EB9-994A-6294F98F043B}" type="presOf" srcId="{5DF88317-248D-442F-BFFE-23313D3B3E98}" destId="{C176BF6E-CEB1-4A1E-928A-A5FD581DFAD7}" srcOrd="0" destOrd="0" presId="urn:microsoft.com/office/officeart/2005/8/layout/vList2"/>
    <dgm:cxn modelId="{C96A5281-0351-4024-B451-20AB0FB8057A}" type="presOf" srcId="{58A8127A-68DB-402B-9C3F-E91631A173B4}" destId="{71EAD8D8-78C8-4792-A92F-9870DF54A697}" srcOrd="0" destOrd="0" presId="urn:microsoft.com/office/officeart/2005/8/layout/vList2"/>
    <dgm:cxn modelId="{6F17F083-1684-4BF1-9B20-0CC076F0261E}" srcId="{94C25EA2-DEE2-4496-9672-DEADD36FE611}" destId="{58A8127A-68DB-402B-9C3F-E91631A173B4}" srcOrd="1" destOrd="0" parTransId="{4A87F0D4-8F79-46E9-8F22-19CBA44DB210}" sibTransId="{A67CAF9C-C278-427F-84C1-16178F950A18}"/>
    <dgm:cxn modelId="{88A5569B-B38F-40DA-AFAA-F323EEC5F641}" type="presOf" srcId="{94C25EA2-DEE2-4496-9672-DEADD36FE611}" destId="{7B94A484-0530-4EBE-BB03-A8885EFC6F76}" srcOrd="0" destOrd="0" presId="urn:microsoft.com/office/officeart/2005/8/layout/vList2"/>
    <dgm:cxn modelId="{40009DAE-B213-4036-94AB-81974FA212DC}" type="presOf" srcId="{3601160D-41E3-4057-B9E2-B1FE0C09F768}" destId="{D1D3D3FD-765C-4793-90BC-5FD04ADF99A8}" srcOrd="0" destOrd="2" presId="urn:microsoft.com/office/officeart/2005/8/layout/vList2"/>
    <dgm:cxn modelId="{48BB8FAF-0FA3-407D-B04F-68B4E0D6DD99}" srcId="{58A8127A-68DB-402B-9C3F-E91631A173B4}" destId="{3601160D-41E3-4057-B9E2-B1FE0C09F768}" srcOrd="2" destOrd="0" parTransId="{78C72839-8FAD-4BEA-90E9-F4DB87CF2397}" sibTransId="{2BECBE89-A32D-47CB-A4D0-80DD51EB8F21}"/>
    <dgm:cxn modelId="{D08A47D4-98D9-452A-BFEE-F92541E9B7EC}" srcId="{58A8127A-68DB-402B-9C3F-E91631A173B4}" destId="{7F955E9A-9AAB-4656-AFE1-637D96A863E4}" srcOrd="1" destOrd="0" parTransId="{68553798-7301-45EB-B35F-865DFF519C45}" sibTransId="{A449815D-FAC3-49DD-B3D8-D131E2256562}"/>
    <dgm:cxn modelId="{6AFC04DD-8FF5-4112-B401-D3866B6F5FB6}" srcId="{94C25EA2-DEE2-4496-9672-DEADD36FE611}" destId="{3E14B3E9-77C3-46A2-AF9B-E8FDCE23CF12}" srcOrd="2" destOrd="0" parTransId="{6699AD80-3AF8-470F-8A9F-B0B55C6A7DF9}" sibTransId="{4DD448B5-D13A-46F3-9AED-98B72B5F728E}"/>
    <dgm:cxn modelId="{34145DED-9011-4631-BDDD-3AE0556FCCCB}" type="presOf" srcId="{3E14B3E9-77C3-46A2-AF9B-E8FDCE23CF12}" destId="{4251B110-EC07-42A2-AF4E-7F74F10C4B80}" srcOrd="0" destOrd="0" presId="urn:microsoft.com/office/officeart/2005/8/layout/vList2"/>
    <dgm:cxn modelId="{36F221F5-B50C-4ECE-A5AB-2C139EC2C45B}" type="presOf" srcId="{007735E2-5A7E-4F8B-A582-3519C64AE154}" destId="{D1D3D3FD-765C-4793-90BC-5FD04ADF99A8}" srcOrd="0" destOrd="0" presId="urn:microsoft.com/office/officeart/2005/8/layout/vList2"/>
    <dgm:cxn modelId="{38A78AFC-CA56-41C3-9DC0-44450901AB7A}" srcId="{58A8127A-68DB-402B-9C3F-E91631A173B4}" destId="{007735E2-5A7E-4F8B-A582-3519C64AE154}" srcOrd="0" destOrd="0" parTransId="{998C4639-A7D5-4821-930B-AD3B3801B45D}" sibTransId="{40C935EA-22D5-4354-8CF3-78785285AE5D}"/>
    <dgm:cxn modelId="{3A119BEF-6730-4AEC-8569-1E9000A34A17}" type="presParOf" srcId="{7B94A484-0530-4EBE-BB03-A8885EFC6F76}" destId="{C176BF6E-CEB1-4A1E-928A-A5FD581DFAD7}" srcOrd="0" destOrd="0" presId="urn:microsoft.com/office/officeart/2005/8/layout/vList2"/>
    <dgm:cxn modelId="{20DF9905-2DB1-4F30-BB6D-37468F7F6EFD}" type="presParOf" srcId="{7B94A484-0530-4EBE-BB03-A8885EFC6F76}" destId="{FBF27F0D-518E-4427-B7A1-5971BF1208B6}" srcOrd="1" destOrd="0" presId="urn:microsoft.com/office/officeart/2005/8/layout/vList2"/>
    <dgm:cxn modelId="{446824F7-8138-4FCD-860B-FBAC76FE9704}" type="presParOf" srcId="{7B94A484-0530-4EBE-BB03-A8885EFC6F76}" destId="{71EAD8D8-78C8-4792-A92F-9870DF54A697}" srcOrd="2" destOrd="0" presId="urn:microsoft.com/office/officeart/2005/8/layout/vList2"/>
    <dgm:cxn modelId="{AA08048D-E565-4060-A9F9-7ABBF66EEC3A}" type="presParOf" srcId="{7B94A484-0530-4EBE-BB03-A8885EFC6F76}" destId="{D1D3D3FD-765C-4793-90BC-5FD04ADF99A8}" srcOrd="3" destOrd="0" presId="urn:microsoft.com/office/officeart/2005/8/layout/vList2"/>
    <dgm:cxn modelId="{8CDB1890-55C3-4BA7-AC72-C1FB775160F5}" type="presParOf" srcId="{7B94A484-0530-4EBE-BB03-A8885EFC6F76}" destId="{4251B110-EC07-42A2-AF4E-7F74F10C4B8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DFE926-9A25-4AD7-956C-DCF5980E4C7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8CD85BF-9BF5-4DED-B333-4B2F72413A6B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 dirty="0"/>
            <a:t>Esquema:</a:t>
          </a:r>
          <a:r>
            <a:rPr lang="es-ES" dirty="0"/>
            <a:t> columnas oficiales del Core</a:t>
          </a:r>
          <a:endParaRPr lang="en-US" dirty="0"/>
        </a:p>
      </dgm:t>
    </dgm:pt>
    <dgm:pt modelId="{1255A44D-96A9-4CD9-A484-B0EAA8A90DE5}" type="parTrans" cxnId="{8798E592-CD69-407E-B2B6-2734072877F5}">
      <dgm:prSet/>
      <dgm:spPr/>
      <dgm:t>
        <a:bodyPr/>
        <a:lstStyle/>
        <a:p>
          <a:endParaRPr lang="en-US"/>
        </a:p>
      </dgm:t>
    </dgm:pt>
    <dgm:pt modelId="{4A9D901A-7967-4C26-A79D-571AB2A70734}" type="sibTrans" cxnId="{8798E592-CD69-407E-B2B6-2734072877F5}">
      <dgm:prSet/>
      <dgm:spPr/>
      <dgm:t>
        <a:bodyPr/>
        <a:lstStyle/>
        <a:p>
          <a:endParaRPr lang="en-US"/>
        </a:p>
      </dgm:t>
    </dgm:pt>
    <dgm:pt modelId="{69C90F90-17BA-4A06-84D4-D35F59F10086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Grain:</a:t>
          </a:r>
          <a:r>
            <a:rPr lang="es-ES"/>
            <a:t> qué significa “una fila”</a:t>
          </a:r>
          <a:endParaRPr lang="en-US"/>
        </a:p>
      </dgm:t>
    </dgm:pt>
    <dgm:pt modelId="{DB9F6ED5-6045-4A9A-839B-1114F09D487F}" type="parTrans" cxnId="{2A4F30CF-433B-4461-AC1E-AA73256803BA}">
      <dgm:prSet/>
      <dgm:spPr/>
      <dgm:t>
        <a:bodyPr/>
        <a:lstStyle/>
        <a:p>
          <a:endParaRPr lang="en-US"/>
        </a:p>
      </dgm:t>
    </dgm:pt>
    <dgm:pt modelId="{B39C4696-8277-40E4-A51B-22F263781FCC}" type="sibTrans" cxnId="{2A4F30CF-433B-4461-AC1E-AA73256803BA}">
      <dgm:prSet/>
      <dgm:spPr/>
      <dgm:t>
        <a:bodyPr/>
        <a:lstStyle/>
        <a:p>
          <a:endParaRPr lang="en-US"/>
        </a:p>
      </dgm:t>
    </dgm:pt>
    <dgm:pt modelId="{17E1C61B-8E60-4CFF-BF47-CC2F37559977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Claves candidatas:</a:t>
          </a:r>
          <a:r>
            <a:rPr lang="es-ES"/>
            <a:t> cómo identifico una entidad</a:t>
          </a:r>
          <a:endParaRPr lang="en-US"/>
        </a:p>
      </dgm:t>
    </dgm:pt>
    <dgm:pt modelId="{C106C716-92F8-421A-A96A-ED12BC059895}" type="parTrans" cxnId="{30EC5183-CDF3-4A0E-84D1-2C72ACD1D0D3}">
      <dgm:prSet/>
      <dgm:spPr/>
      <dgm:t>
        <a:bodyPr/>
        <a:lstStyle/>
        <a:p>
          <a:endParaRPr lang="en-US"/>
        </a:p>
      </dgm:t>
    </dgm:pt>
    <dgm:pt modelId="{F25DE9DE-B6D1-4D06-85D0-58091913CDB5}" type="sibTrans" cxnId="{30EC5183-CDF3-4A0E-84D1-2C72ACD1D0D3}">
      <dgm:prSet/>
      <dgm:spPr/>
      <dgm:t>
        <a:bodyPr/>
        <a:lstStyle/>
        <a:p>
          <a:endParaRPr lang="en-US"/>
        </a:p>
      </dgm:t>
    </dgm:pt>
    <dgm:pt modelId="{8E92F014-2DF1-45D1-828F-BF9EE58331EB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Checks:</a:t>
          </a:r>
          <a:r>
            <a:rPr lang="es-ES"/>
            <a:t> reglas mínimas de calidad</a:t>
          </a:r>
          <a:endParaRPr lang="en-US"/>
        </a:p>
      </dgm:t>
    </dgm:pt>
    <dgm:pt modelId="{71FA5248-6F65-4705-B18C-3725D0092E84}" type="parTrans" cxnId="{583F2972-157B-4AB7-8AE8-3D20914A48A2}">
      <dgm:prSet/>
      <dgm:spPr/>
      <dgm:t>
        <a:bodyPr/>
        <a:lstStyle/>
        <a:p>
          <a:endParaRPr lang="en-US"/>
        </a:p>
      </dgm:t>
    </dgm:pt>
    <dgm:pt modelId="{17E60AE8-4102-4E19-8F00-D1C7AECEF7D3}" type="sibTrans" cxnId="{583F2972-157B-4AB7-8AE8-3D20914A48A2}">
      <dgm:prSet/>
      <dgm:spPr/>
      <dgm:t>
        <a:bodyPr/>
        <a:lstStyle/>
        <a:p>
          <a:endParaRPr lang="en-US"/>
        </a:p>
      </dgm:t>
    </dgm:pt>
    <dgm:pt modelId="{959E8009-C9B0-44B3-B719-8B936E238D90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Versionado:</a:t>
          </a:r>
          <a:r>
            <a:rPr lang="es-ES"/>
            <a:t> v1.0, v1.1… (cuando cambie el esquema o reglas)</a:t>
          </a:r>
          <a:endParaRPr lang="en-US"/>
        </a:p>
      </dgm:t>
    </dgm:pt>
    <dgm:pt modelId="{4A2D39B0-88D2-49A5-9865-AF9A98310494}" type="parTrans" cxnId="{5B4DF69B-3D32-4EC0-8870-0E5BA6DE6D1D}">
      <dgm:prSet/>
      <dgm:spPr/>
      <dgm:t>
        <a:bodyPr/>
        <a:lstStyle/>
        <a:p>
          <a:endParaRPr lang="en-US"/>
        </a:p>
      </dgm:t>
    </dgm:pt>
    <dgm:pt modelId="{06F67C3B-4C42-469A-B279-A849382F455E}" type="sibTrans" cxnId="{5B4DF69B-3D32-4EC0-8870-0E5BA6DE6D1D}">
      <dgm:prSet/>
      <dgm:spPr/>
      <dgm:t>
        <a:bodyPr/>
        <a:lstStyle/>
        <a:p>
          <a:endParaRPr lang="en-US"/>
        </a:p>
      </dgm:t>
    </dgm:pt>
    <dgm:pt modelId="{7256343D-C424-4729-8646-CE1419BFFC5A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 dirty="0"/>
            <a:t>Objetivo:</a:t>
          </a:r>
          <a:r>
            <a:rPr lang="es-ES" dirty="0"/>
            <a:t> que </a:t>
          </a:r>
          <a:r>
            <a:rPr lang="es-ES" dirty="0" err="1"/>
            <a:t>downstream</a:t>
          </a:r>
          <a:r>
            <a:rPr lang="es-ES" dirty="0"/>
            <a:t> (</a:t>
          </a:r>
          <a:r>
            <a:rPr lang="es-ES" dirty="0" err="1"/>
            <a:t>joins</a:t>
          </a:r>
          <a:r>
            <a:rPr lang="es-ES" dirty="0"/>
            <a:t>, métricas) no “se rompa” silenciosamente. No dice </a:t>
          </a:r>
          <a:r>
            <a:rPr lang="es-ES" i="1" dirty="0">
              <a:effectLst/>
            </a:rPr>
            <a:t>cómo</a:t>
          </a:r>
          <a:r>
            <a:rPr lang="es-ES" dirty="0"/>
            <a:t> validar, sino </a:t>
          </a:r>
          <a:r>
            <a:rPr lang="es-ES" i="1" dirty="0">
              <a:effectLst/>
            </a:rPr>
            <a:t>qué</a:t>
          </a:r>
          <a:r>
            <a:rPr lang="es-ES" dirty="0"/>
            <a:t> validar.</a:t>
          </a:r>
          <a:endParaRPr lang="en-US" dirty="0"/>
        </a:p>
      </dgm:t>
    </dgm:pt>
    <dgm:pt modelId="{537E8027-000A-4D3A-95FA-39E84CD19229}" type="parTrans" cxnId="{3CA683E9-9DB6-47AA-A7F6-A6F74B2C3E07}">
      <dgm:prSet/>
      <dgm:spPr/>
      <dgm:t>
        <a:bodyPr/>
        <a:lstStyle/>
        <a:p>
          <a:endParaRPr lang="en-US"/>
        </a:p>
      </dgm:t>
    </dgm:pt>
    <dgm:pt modelId="{3FC5A635-5D58-47EC-967D-2A5CB3C46554}" type="sibTrans" cxnId="{3CA683E9-9DB6-47AA-A7F6-A6F74B2C3E07}">
      <dgm:prSet/>
      <dgm:spPr/>
      <dgm:t>
        <a:bodyPr/>
        <a:lstStyle/>
        <a:p>
          <a:endParaRPr lang="en-US"/>
        </a:p>
      </dgm:t>
    </dgm:pt>
    <dgm:pt modelId="{FE3080CF-F79D-4374-BDE1-3072C3865E97}" type="pres">
      <dgm:prSet presAssocID="{D3DFE926-9A25-4AD7-956C-DCF5980E4C74}" presName="root" presStyleCnt="0">
        <dgm:presLayoutVars>
          <dgm:dir/>
          <dgm:resizeHandles val="exact"/>
        </dgm:presLayoutVars>
      </dgm:prSet>
      <dgm:spPr/>
    </dgm:pt>
    <dgm:pt modelId="{B0318182-9190-4902-A6E8-55E883387A01}" type="pres">
      <dgm:prSet presAssocID="{18CD85BF-9BF5-4DED-B333-4B2F72413A6B}" presName="compNode" presStyleCnt="0"/>
      <dgm:spPr/>
    </dgm:pt>
    <dgm:pt modelId="{EE9950FD-4EAB-496F-BCAB-4105BCC7E319}" type="pres">
      <dgm:prSet presAssocID="{18CD85BF-9BF5-4DED-B333-4B2F72413A6B}" presName="bgRect" presStyleLbl="bgShp" presStyleIdx="0" presStyleCnt="6"/>
      <dgm:spPr/>
    </dgm:pt>
    <dgm:pt modelId="{FB962A66-38A0-403D-8C2E-E96E1783CF59}" type="pres">
      <dgm:prSet presAssocID="{18CD85BF-9BF5-4DED-B333-4B2F72413A6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4E2582A9-165A-4141-A91E-01E78475E234}" type="pres">
      <dgm:prSet presAssocID="{18CD85BF-9BF5-4DED-B333-4B2F72413A6B}" presName="spaceRect" presStyleCnt="0"/>
      <dgm:spPr/>
    </dgm:pt>
    <dgm:pt modelId="{69192A7E-0427-466C-9766-5C4AE67F05D9}" type="pres">
      <dgm:prSet presAssocID="{18CD85BF-9BF5-4DED-B333-4B2F72413A6B}" presName="parTx" presStyleLbl="revTx" presStyleIdx="0" presStyleCnt="6">
        <dgm:presLayoutVars>
          <dgm:chMax val="0"/>
          <dgm:chPref val="0"/>
        </dgm:presLayoutVars>
      </dgm:prSet>
      <dgm:spPr/>
    </dgm:pt>
    <dgm:pt modelId="{DC67625C-E8AB-45B0-B861-A3E1E00ED7D6}" type="pres">
      <dgm:prSet presAssocID="{4A9D901A-7967-4C26-A79D-571AB2A70734}" presName="sibTrans" presStyleCnt="0"/>
      <dgm:spPr/>
    </dgm:pt>
    <dgm:pt modelId="{B7270899-14A7-40FB-B1AB-DD0A279E6E8A}" type="pres">
      <dgm:prSet presAssocID="{69C90F90-17BA-4A06-84D4-D35F59F10086}" presName="compNode" presStyleCnt="0"/>
      <dgm:spPr/>
    </dgm:pt>
    <dgm:pt modelId="{3558B620-8C70-4410-8ADB-256FE5918FEA}" type="pres">
      <dgm:prSet presAssocID="{69C90F90-17BA-4A06-84D4-D35F59F10086}" presName="bgRect" presStyleLbl="bgShp" presStyleIdx="1" presStyleCnt="6"/>
      <dgm:spPr/>
    </dgm:pt>
    <dgm:pt modelId="{10CF534B-ECC1-4D31-B756-437985E94ECC}" type="pres">
      <dgm:prSet presAssocID="{69C90F90-17BA-4A06-84D4-D35F59F1008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lo"/>
        </a:ext>
      </dgm:extLst>
    </dgm:pt>
    <dgm:pt modelId="{822EE409-3A16-43EC-9428-3266F2D68035}" type="pres">
      <dgm:prSet presAssocID="{69C90F90-17BA-4A06-84D4-D35F59F10086}" presName="spaceRect" presStyleCnt="0"/>
      <dgm:spPr/>
    </dgm:pt>
    <dgm:pt modelId="{A97CD53F-F90F-4591-BF54-4D3F134C572A}" type="pres">
      <dgm:prSet presAssocID="{69C90F90-17BA-4A06-84D4-D35F59F10086}" presName="parTx" presStyleLbl="revTx" presStyleIdx="1" presStyleCnt="6">
        <dgm:presLayoutVars>
          <dgm:chMax val="0"/>
          <dgm:chPref val="0"/>
        </dgm:presLayoutVars>
      </dgm:prSet>
      <dgm:spPr/>
    </dgm:pt>
    <dgm:pt modelId="{506E6DFB-78E9-4C02-A6A1-4BFFFF4AEEA1}" type="pres">
      <dgm:prSet presAssocID="{B39C4696-8277-40E4-A51B-22F263781FCC}" presName="sibTrans" presStyleCnt="0"/>
      <dgm:spPr/>
    </dgm:pt>
    <dgm:pt modelId="{FD39A53E-D3D1-474C-99EC-6294D532C2FE}" type="pres">
      <dgm:prSet presAssocID="{17E1C61B-8E60-4CFF-BF47-CC2F37559977}" presName="compNode" presStyleCnt="0"/>
      <dgm:spPr/>
    </dgm:pt>
    <dgm:pt modelId="{49DF77A3-E95F-4B33-9A34-34AD66D32B34}" type="pres">
      <dgm:prSet presAssocID="{17E1C61B-8E60-4CFF-BF47-CC2F37559977}" presName="bgRect" presStyleLbl="bgShp" presStyleIdx="2" presStyleCnt="6"/>
      <dgm:spPr/>
    </dgm:pt>
    <dgm:pt modelId="{71772318-E2EA-49BA-8ABE-2E0343F90D16}" type="pres">
      <dgm:prSet presAssocID="{17E1C61B-8E60-4CFF-BF47-CC2F3755997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ve"/>
        </a:ext>
      </dgm:extLst>
    </dgm:pt>
    <dgm:pt modelId="{765E9856-48BC-4DDF-A45C-C0D4C93B57B1}" type="pres">
      <dgm:prSet presAssocID="{17E1C61B-8E60-4CFF-BF47-CC2F37559977}" presName="spaceRect" presStyleCnt="0"/>
      <dgm:spPr/>
    </dgm:pt>
    <dgm:pt modelId="{EA50AF46-2442-405E-9805-5C6C4F1B9C18}" type="pres">
      <dgm:prSet presAssocID="{17E1C61B-8E60-4CFF-BF47-CC2F37559977}" presName="parTx" presStyleLbl="revTx" presStyleIdx="2" presStyleCnt="6">
        <dgm:presLayoutVars>
          <dgm:chMax val="0"/>
          <dgm:chPref val="0"/>
        </dgm:presLayoutVars>
      </dgm:prSet>
      <dgm:spPr/>
    </dgm:pt>
    <dgm:pt modelId="{E2E0C96D-9079-428F-85E8-44ACBEF228C5}" type="pres">
      <dgm:prSet presAssocID="{F25DE9DE-B6D1-4D06-85D0-58091913CDB5}" presName="sibTrans" presStyleCnt="0"/>
      <dgm:spPr/>
    </dgm:pt>
    <dgm:pt modelId="{97D6B7ED-0A24-4EC3-A017-3888D1486C93}" type="pres">
      <dgm:prSet presAssocID="{8E92F014-2DF1-45D1-828F-BF9EE58331EB}" presName="compNode" presStyleCnt="0"/>
      <dgm:spPr/>
    </dgm:pt>
    <dgm:pt modelId="{42661DD1-87CE-4FA6-B28A-B362E00C76D1}" type="pres">
      <dgm:prSet presAssocID="{8E92F014-2DF1-45D1-828F-BF9EE58331EB}" presName="bgRect" presStyleLbl="bgShp" presStyleIdx="3" presStyleCnt="6"/>
      <dgm:spPr/>
    </dgm:pt>
    <dgm:pt modelId="{F422C6DC-78E6-4DF6-97AA-ABDF06F405A7}" type="pres">
      <dgm:prSet presAssocID="{8E92F014-2DF1-45D1-828F-BF9EE58331E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504AD7CF-C43E-4B6F-B409-6A0A67BDEFB0}" type="pres">
      <dgm:prSet presAssocID="{8E92F014-2DF1-45D1-828F-BF9EE58331EB}" presName="spaceRect" presStyleCnt="0"/>
      <dgm:spPr/>
    </dgm:pt>
    <dgm:pt modelId="{AC3A43C8-B8A9-46EC-90DC-140D7507880E}" type="pres">
      <dgm:prSet presAssocID="{8E92F014-2DF1-45D1-828F-BF9EE58331EB}" presName="parTx" presStyleLbl="revTx" presStyleIdx="3" presStyleCnt="6">
        <dgm:presLayoutVars>
          <dgm:chMax val="0"/>
          <dgm:chPref val="0"/>
        </dgm:presLayoutVars>
      </dgm:prSet>
      <dgm:spPr/>
    </dgm:pt>
    <dgm:pt modelId="{EE01CE7E-0331-4185-8755-8C2F12B5772D}" type="pres">
      <dgm:prSet presAssocID="{17E60AE8-4102-4E19-8F00-D1C7AECEF7D3}" presName="sibTrans" presStyleCnt="0"/>
      <dgm:spPr/>
    </dgm:pt>
    <dgm:pt modelId="{C376C48A-BFD6-4D9E-BB16-FF0AB43C862E}" type="pres">
      <dgm:prSet presAssocID="{959E8009-C9B0-44B3-B719-8B936E238D90}" presName="compNode" presStyleCnt="0"/>
      <dgm:spPr/>
    </dgm:pt>
    <dgm:pt modelId="{B0550948-E100-497B-A619-E73B9ED6826D}" type="pres">
      <dgm:prSet presAssocID="{959E8009-C9B0-44B3-B719-8B936E238D90}" presName="bgRect" presStyleLbl="bgShp" presStyleIdx="4" presStyleCnt="6"/>
      <dgm:spPr/>
    </dgm:pt>
    <dgm:pt modelId="{BD437D69-F512-421F-88F4-906CEB33130D}" type="pres">
      <dgm:prSet presAssocID="{959E8009-C9B0-44B3-B719-8B936E238D90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91F6408B-AF9D-4682-8A48-BA419C7ACD59}" type="pres">
      <dgm:prSet presAssocID="{959E8009-C9B0-44B3-B719-8B936E238D90}" presName="spaceRect" presStyleCnt="0"/>
      <dgm:spPr/>
    </dgm:pt>
    <dgm:pt modelId="{BF6209E2-3EFF-4659-9655-4C1F14DD6251}" type="pres">
      <dgm:prSet presAssocID="{959E8009-C9B0-44B3-B719-8B936E238D90}" presName="parTx" presStyleLbl="revTx" presStyleIdx="4" presStyleCnt="6">
        <dgm:presLayoutVars>
          <dgm:chMax val="0"/>
          <dgm:chPref val="0"/>
        </dgm:presLayoutVars>
      </dgm:prSet>
      <dgm:spPr/>
    </dgm:pt>
    <dgm:pt modelId="{3C18524C-9DE7-48FA-9CC2-756A75EB2EE4}" type="pres">
      <dgm:prSet presAssocID="{06F67C3B-4C42-469A-B279-A849382F455E}" presName="sibTrans" presStyleCnt="0"/>
      <dgm:spPr/>
    </dgm:pt>
    <dgm:pt modelId="{411334B6-36A0-4E1A-8B4F-7155FF1D5A71}" type="pres">
      <dgm:prSet presAssocID="{7256343D-C424-4729-8646-CE1419BFFC5A}" presName="compNode" presStyleCnt="0"/>
      <dgm:spPr/>
    </dgm:pt>
    <dgm:pt modelId="{1EBF64A7-FBB0-4915-B07B-7F5873F2C797}" type="pres">
      <dgm:prSet presAssocID="{7256343D-C424-4729-8646-CE1419BFFC5A}" presName="bgRect" presStyleLbl="bgShp" presStyleIdx="5" presStyleCnt="6"/>
      <dgm:spPr/>
    </dgm:pt>
    <dgm:pt modelId="{C36A02F9-7757-4E29-8CC3-A7FE6D7395F7}" type="pres">
      <dgm:prSet presAssocID="{7256343D-C424-4729-8646-CE1419BFFC5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5D3248CE-BE74-4091-90E1-62ABAF33C1BA}" type="pres">
      <dgm:prSet presAssocID="{7256343D-C424-4729-8646-CE1419BFFC5A}" presName="spaceRect" presStyleCnt="0"/>
      <dgm:spPr/>
    </dgm:pt>
    <dgm:pt modelId="{D7F7A255-31D3-4EC7-A3E4-6043DB239C02}" type="pres">
      <dgm:prSet presAssocID="{7256343D-C424-4729-8646-CE1419BFFC5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641DD40E-B71A-4793-AA15-4C5A79EA9EA9}" type="presOf" srcId="{D3DFE926-9A25-4AD7-956C-DCF5980E4C74}" destId="{FE3080CF-F79D-4374-BDE1-3072C3865E97}" srcOrd="0" destOrd="0" presId="urn:microsoft.com/office/officeart/2018/2/layout/IconVerticalSolidList"/>
    <dgm:cxn modelId="{2130E160-0E1C-4ECF-AE7C-9D78FAB84474}" type="presOf" srcId="{7256343D-C424-4729-8646-CE1419BFFC5A}" destId="{D7F7A255-31D3-4EC7-A3E4-6043DB239C02}" srcOrd="0" destOrd="0" presId="urn:microsoft.com/office/officeart/2018/2/layout/IconVerticalSolidList"/>
    <dgm:cxn modelId="{0CA9D944-8E2B-416A-AAF0-ADED170B3415}" type="presOf" srcId="{18CD85BF-9BF5-4DED-B333-4B2F72413A6B}" destId="{69192A7E-0427-466C-9766-5C4AE67F05D9}" srcOrd="0" destOrd="0" presId="urn:microsoft.com/office/officeart/2018/2/layout/IconVerticalSolidList"/>
    <dgm:cxn modelId="{B08B5E46-7191-48CB-9BE2-C200BB636747}" type="presOf" srcId="{69C90F90-17BA-4A06-84D4-D35F59F10086}" destId="{A97CD53F-F90F-4591-BF54-4D3F134C572A}" srcOrd="0" destOrd="0" presId="urn:microsoft.com/office/officeart/2018/2/layout/IconVerticalSolidList"/>
    <dgm:cxn modelId="{591BDA68-88F9-4C79-A71C-8AD3F5A946E1}" type="presOf" srcId="{17E1C61B-8E60-4CFF-BF47-CC2F37559977}" destId="{EA50AF46-2442-405E-9805-5C6C4F1B9C18}" srcOrd="0" destOrd="0" presId="urn:microsoft.com/office/officeart/2018/2/layout/IconVerticalSolidList"/>
    <dgm:cxn modelId="{583F2972-157B-4AB7-8AE8-3D20914A48A2}" srcId="{D3DFE926-9A25-4AD7-956C-DCF5980E4C74}" destId="{8E92F014-2DF1-45D1-828F-BF9EE58331EB}" srcOrd="3" destOrd="0" parTransId="{71FA5248-6F65-4705-B18C-3725D0092E84}" sibTransId="{17E60AE8-4102-4E19-8F00-D1C7AECEF7D3}"/>
    <dgm:cxn modelId="{30EC5183-CDF3-4A0E-84D1-2C72ACD1D0D3}" srcId="{D3DFE926-9A25-4AD7-956C-DCF5980E4C74}" destId="{17E1C61B-8E60-4CFF-BF47-CC2F37559977}" srcOrd="2" destOrd="0" parTransId="{C106C716-92F8-421A-A96A-ED12BC059895}" sibTransId="{F25DE9DE-B6D1-4D06-85D0-58091913CDB5}"/>
    <dgm:cxn modelId="{8798E592-CD69-407E-B2B6-2734072877F5}" srcId="{D3DFE926-9A25-4AD7-956C-DCF5980E4C74}" destId="{18CD85BF-9BF5-4DED-B333-4B2F72413A6B}" srcOrd="0" destOrd="0" parTransId="{1255A44D-96A9-4CD9-A484-B0EAA8A90DE5}" sibTransId="{4A9D901A-7967-4C26-A79D-571AB2A70734}"/>
    <dgm:cxn modelId="{5B4DF69B-3D32-4EC0-8870-0E5BA6DE6D1D}" srcId="{D3DFE926-9A25-4AD7-956C-DCF5980E4C74}" destId="{959E8009-C9B0-44B3-B719-8B936E238D90}" srcOrd="4" destOrd="0" parTransId="{4A2D39B0-88D2-49A5-9865-AF9A98310494}" sibTransId="{06F67C3B-4C42-469A-B279-A849382F455E}"/>
    <dgm:cxn modelId="{583DD39D-3D3D-4212-96BC-92EF2A20B103}" type="presOf" srcId="{8E92F014-2DF1-45D1-828F-BF9EE58331EB}" destId="{AC3A43C8-B8A9-46EC-90DC-140D7507880E}" srcOrd="0" destOrd="0" presId="urn:microsoft.com/office/officeart/2018/2/layout/IconVerticalSolidList"/>
    <dgm:cxn modelId="{D32FD6AF-0804-4153-A485-09B783C37963}" type="presOf" srcId="{959E8009-C9B0-44B3-B719-8B936E238D90}" destId="{BF6209E2-3EFF-4659-9655-4C1F14DD6251}" srcOrd="0" destOrd="0" presId="urn:microsoft.com/office/officeart/2018/2/layout/IconVerticalSolidList"/>
    <dgm:cxn modelId="{2A4F30CF-433B-4461-AC1E-AA73256803BA}" srcId="{D3DFE926-9A25-4AD7-956C-DCF5980E4C74}" destId="{69C90F90-17BA-4A06-84D4-D35F59F10086}" srcOrd="1" destOrd="0" parTransId="{DB9F6ED5-6045-4A9A-839B-1114F09D487F}" sibTransId="{B39C4696-8277-40E4-A51B-22F263781FCC}"/>
    <dgm:cxn modelId="{3CA683E9-9DB6-47AA-A7F6-A6F74B2C3E07}" srcId="{D3DFE926-9A25-4AD7-956C-DCF5980E4C74}" destId="{7256343D-C424-4729-8646-CE1419BFFC5A}" srcOrd="5" destOrd="0" parTransId="{537E8027-000A-4D3A-95FA-39E84CD19229}" sibTransId="{3FC5A635-5D58-47EC-967D-2A5CB3C46554}"/>
    <dgm:cxn modelId="{42E2F29F-CF8C-4836-9A3E-BE25E36FED7E}" type="presParOf" srcId="{FE3080CF-F79D-4374-BDE1-3072C3865E97}" destId="{B0318182-9190-4902-A6E8-55E883387A01}" srcOrd="0" destOrd="0" presId="urn:microsoft.com/office/officeart/2018/2/layout/IconVerticalSolidList"/>
    <dgm:cxn modelId="{AD6B4FDE-C3F5-4ED2-9AE3-294923490DBA}" type="presParOf" srcId="{B0318182-9190-4902-A6E8-55E883387A01}" destId="{EE9950FD-4EAB-496F-BCAB-4105BCC7E319}" srcOrd="0" destOrd="0" presId="urn:microsoft.com/office/officeart/2018/2/layout/IconVerticalSolidList"/>
    <dgm:cxn modelId="{F4C5DB5E-6181-4D11-867B-5CD645C1ED00}" type="presParOf" srcId="{B0318182-9190-4902-A6E8-55E883387A01}" destId="{FB962A66-38A0-403D-8C2E-E96E1783CF59}" srcOrd="1" destOrd="0" presId="urn:microsoft.com/office/officeart/2018/2/layout/IconVerticalSolidList"/>
    <dgm:cxn modelId="{7D671EA7-2366-4127-A784-F96858FECD31}" type="presParOf" srcId="{B0318182-9190-4902-A6E8-55E883387A01}" destId="{4E2582A9-165A-4141-A91E-01E78475E234}" srcOrd="2" destOrd="0" presId="urn:microsoft.com/office/officeart/2018/2/layout/IconVerticalSolidList"/>
    <dgm:cxn modelId="{53239285-7D35-48AA-AB6F-18CB94C6020B}" type="presParOf" srcId="{B0318182-9190-4902-A6E8-55E883387A01}" destId="{69192A7E-0427-466C-9766-5C4AE67F05D9}" srcOrd="3" destOrd="0" presId="urn:microsoft.com/office/officeart/2018/2/layout/IconVerticalSolidList"/>
    <dgm:cxn modelId="{EA4C15ED-0A3B-4E97-933D-D876AAFA47C2}" type="presParOf" srcId="{FE3080CF-F79D-4374-BDE1-3072C3865E97}" destId="{DC67625C-E8AB-45B0-B861-A3E1E00ED7D6}" srcOrd="1" destOrd="0" presId="urn:microsoft.com/office/officeart/2018/2/layout/IconVerticalSolidList"/>
    <dgm:cxn modelId="{CEA187EC-9C81-4793-AD53-335B031B73DF}" type="presParOf" srcId="{FE3080CF-F79D-4374-BDE1-3072C3865E97}" destId="{B7270899-14A7-40FB-B1AB-DD0A279E6E8A}" srcOrd="2" destOrd="0" presId="urn:microsoft.com/office/officeart/2018/2/layout/IconVerticalSolidList"/>
    <dgm:cxn modelId="{252C2141-5EB6-45DC-A01E-AE09D9C63FAA}" type="presParOf" srcId="{B7270899-14A7-40FB-B1AB-DD0A279E6E8A}" destId="{3558B620-8C70-4410-8ADB-256FE5918FEA}" srcOrd="0" destOrd="0" presId="urn:microsoft.com/office/officeart/2018/2/layout/IconVerticalSolidList"/>
    <dgm:cxn modelId="{9EA8DCC4-4E3F-4449-8E6A-87D200ED96C5}" type="presParOf" srcId="{B7270899-14A7-40FB-B1AB-DD0A279E6E8A}" destId="{10CF534B-ECC1-4D31-B756-437985E94ECC}" srcOrd="1" destOrd="0" presId="urn:microsoft.com/office/officeart/2018/2/layout/IconVerticalSolidList"/>
    <dgm:cxn modelId="{734B6CEE-0D7B-4166-A6E4-BEE7212D4AF1}" type="presParOf" srcId="{B7270899-14A7-40FB-B1AB-DD0A279E6E8A}" destId="{822EE409-3A16-43EC-9428-3266F2D68035}" srcOrd="2" destOrd="0" presId="urn:microsoft.com/office/officeart/2018/2/layout/IconVerticalSolidList"/>
    <dgm:cxn modelId="{D4B65848-0BAC-4E91-92D3-B87A50449ABE}" type="presParOf" srcId="{B7270899-14A7-40FB-B1AB-DD0A279E6E8A}" destId="{A97CD53F-F90F-4591-BF54-4D3F134C572A}" srcOrd="3" destOrd="0" presId="urn:microsoft.com/office/officeart/2018/2/layout/IconVerticalSolidList"/>
    <dgm:cxn modelId="{A730AFD6-17A2-4195-B3A2-8263101B6146}" type="presParOf" srcId="{FE3080CF-F79D-4374-BDE1-3072C3865E97}" destId="{506E6DFB-78E9-4C02-A6A1-4BFFFF4AEEA1}" srcOrd="3" destOrd="0" presId="urn:microsoft.com/office/officeart/2018/2/layout/IconVerticalSolidList"/>
    <dgm:cxn modelId="{DAF3962F-A365-4E6B-9BE0-4E6B73B6E755}" type="presParOf" srcId="{FE3080CF-F79D-4374-BDE1-3072C3865E97}" destId="{FD39A53E-D3D1-474C-99EC-6294D532C2FE}" srcOrd="4" destOrd="0" presId="urn:microsoft.com/office/officeart/2018/2/layout/IconVerticalSolidList"/>
    <dgm:cxn modelId="{C6088B54-F661-4AAD-9F91-222CB50A7EA7}" type="presParOf" srcId="{FD39A53E-D3D1-474C-99EC-6294D532C2FE}" destId="{49DF77A3-E95F-4B33-9A34-34AD66D32B34}" srcOrd="0" destOrd="0" presId="urn:microsoft.com/office/officeart/2018/2/layout/IconVerticalSolidList"/>
    <dgm:cxn modelId="{21E4A2CC-841C-4632-9B23-9DD725D6C1DC}" type="presParOf" srcId="{FD39A53E-D3D1-474C-99EC-6294D532C2FE}" destId="{71772318-E2EA-49BA-8ABE-2E0343F90D16}" srcOrd="1" destOrd="0" presId="urn:microsoft.com/office/officeart/2018/2/layout/IconVerticalSolidList"/>
    <dgm:cxn modelId="{7D9EEB1D-6738-4E86-AC09-F20FF5899272}" type="presParOf" srcId="{FD39A53E-D3D1-474C-99EC-6294D532C2FE}" destId="{765E9856-48BC-4DDF-A45C-C0D4C93B57B1}" srcOrd="2" destOrd="0" presId="urn:microsoft.com/office/officeart/2018/2/layout/IconVerticalSolidList"/>
    <dgm:cxn modelId="{A8667CC6-2B39-4D1A-A5A1-34C3A5BC7A70}" type="presParOf" srcId="{FD39A53E-D3D1-474C-99EC-6294D532C2FE}" destId="{EA50AF46-2442-405E-9805-5C6C4F1B9C18}" srcOrd="3" destOrd="0" presId="urn:microsoft.com/office/officeart/2018/2/layout/IconVerticalSolidList"/>
    <dgm:cxn modelId="{61334704-E65A-4865-AE21-D368B017FED1}" type="presParOf" srcId="{FE3080CF-F79D-4374-BDE1-3072C3865E97}" destId="{E2E0C96D-9079-428F-85E8-44ACBEF228C5}" srcOrd="5" destOrd="0" presId="urn:microsoft.com/office/officeart/2018/2/layout/IconVerticalSolidList"/>
    <dgm:cxn modelId="{F814E064-3619-4C52-A0C2-6B167C615DCD}" type="presParOf" srcId="{FE3080CF-F79D-4374-BDE1-3072C3865E97}" destId="{97D6B7ED-0A24-4EC3-A017-3888D1486C93}" srcOrd="6" destOrd="0" presId="urn:microsoft.com/office/officeart/2018/2/layout/IconVerticalSolidList"/>
    <dgm:cxn modelId="{5657E946-61F3-42BA-B7AC-F5CB68B58E49}" type="presParOf" srcId="{97D6B7ED-0A24-4EC3-A017-3888D1486C93}" destId="{42661DD1-87CE-4FA6-B28A-B362E00C76D1}" srcOrd="0" destOrd="0" presId="urn:microsoft.com/office/officeart/2018/2/layout/IconVerticalSolidList"/>
    <dgm:cxn modelId="{C3C99D8F-F5A7-48EB-98BC-783DF68EFB38}" type="presParOf" srcId="{97D6B7ED-0A24-4EC3-A017-3888D1486C93}" destId="{F422C6DC-78E6-4DF6-97AA-ABDF06F405A7}" srcOrd="1" destOrd="0" presId="urn:microsoft.com/office/officeart/2018/2/layout/IconVerticalSolidList"/>
    <dgm:cxn modelId="{2DE7D3E3-B70B-4776-9192-3E65038EB5A0}" type="presParOf" srcId="{97D6B7ED-0A24-4EC3-A017-3888D1486C93}" destId="{504AD7CF-C43E-4B6F-B409-6A0A67BDEFB0}" srcOrd="2" destOrd="0" presId="urn:microsoft.com/office/officeart/2018/2/layout/IconVerticalSolidList"/>
    <dgm:cxn modelId="{08C79338-4830-404C-BE71-EF1D4423F719}" type="presParOf" srcId="{97D6B7ED-0A24-4EC3-A017-3888D1486C93}" destId="{AC3A43C8-B8A9-46EC-90DC-140D7507880E}" srcOrd="3" destOrd="0" presId="urn:microsoft.com/office/officeart/2018/2/layout/IconVerticalSolidList"/>
    <dgm:cxn modelId="{8B8547E8-85D6-49B0-95C2-2C70B5F7BC7A}" type="presParOf" srcId="{FE3080CF-F79D-4374-BDE1-3072C3865E97}" destId="{EE01CE7E-0331-4185-8755-8C2F12B5772D}" srcOrd="7" destOrd="0" presId="urn:microsoft.com/office/officeart/2018/2/layout/IconVerticalSolidList"/>
    <dgm:cxn modelId="{2C03462C-7684-40BD-902F-40590686E3B2}" type="presParOf" srcId="{FE3080CF-F79D-4374-BDE1-3072C3865E97}" destId="{C376C48A-BFD6-4D9E-BB16-FF0AB43C862E}" srcOrd="8" destOrd="0" presId="urn:microsoft.com/office/officeart/2018/2/layout/IconVerticalSolidList"/>
    <dgm:cxn modelId="{EE988122-77A6-4A60-8FCA-D5B2CD31254E}" type="presParOf" srcId="{C376C48A-BFD6-4D9E-BB16-FF0AB43C862E}" destId="{B0550948-E100-497B-A619-E73B9ED6826D}" srcOrd="0" destOrd="0" presId="urn:microsoft.com/office/officeart/2018/2/layout/IconVerticalSolidList"/>
    <dgm:cxn modelId="{BB536C75-0FB5-4A7A-B83D-14039C1B49BF}" type="presParOf" srcId="{C376C48A-BFD6-4D9E-BB16-FF0AB43C862E}" destId="{BD437D69-F512-421F-88F4-906CEB33130D}" srcOrd="1" destOrd="0" presId="urn:microsoft.com/office/officeart/2018/2/layout/IconVerticalSolidList"/>
    <dgm:cxn modelId="{69E31159-9CF6-4A65-8396-AC462D961328}" type="presParOf" srcId="{C376C48A-BFD6-4D9E-BB16-FF0AB43C862E}" destId="{91F6408B-AF9D-4682-8A48-BA419C7ACD59}" srcOrd="2" destOrd="0" presId="urn:microsoft.com/office/officeart/2018/2/layout/IconVerticalSolidList"/>
    <dgm:cxn modelId="{6A83E2F7-32CE-4917-BFE7-06DE44FD4B73}" type="presParOf" srcId="{C376C48A-BFD6-4D9E-BB16-FF0AB43C862E}" destId="{BF6209E2-3EFF-4659-9655-4C1F14DD6251}" srcOrd="3" destOrd="0" presId="urn:microsoft.com/office/officeart/2018/2/layout/IconVerticalSolidList"/>
    <dgm:cxn modelId="{3F582345-3076-4AA6-8F1A-4F33E89DB991}" type="presParOf" srcId="{FE3080CF-F79D-4374-BDE1-3072C3865E97}" destId="{3C18524C-9DE7-48FA-9CC2-756A75EB2EE4}" srcOrd="9" destOrd="0" presId="urn:microsoft.com/office/officeart/2018/2/layout/IconVerticalSolidList"/>
    <dgm:cxn modelId="{05C511CE-FE59-45DC-8630-66FF9A313177}" type="presParOf" srcId="{FE3080CF-F79D-4374-BDE1-3072C3865E97}" destId="{411334B6-36A0-4E1A-8B4F-7155FF1D5A71}" srcOrd="10" destOrd="0" presId="urn:microsoft.com/office/officeart/2018/2/layout/IconVerticalSolidList"/>
    <dgm:cxn modelId="{0DA7B9D0-6881-4648-B94B-0D2C91FB2FEB}" type="presParOf" srcId="{411334B6-36A0-4E1A-8B4F-7155FF1D5A71}" destId="{1EBF64A7-FBB0-4915-B07B-7F5873F2C797}" srcOrd="0" destOrd="0" presId="urn:microsoft.com/office/officeart/2018/2/layout/IconVerticalSolidList"/>
    <dgm:cxn modelId="{800242E9-8CF7-4F12-9AAD-AE40B221DA84}" type="presParOf" srcId="{411334B6-36A0-4E1A-8B4F-7155FF1D5A71}" destId="{C36A02F9-7757-4E29-8CC3-A7FE6D7395F7}" srcOrd="1" destOrd="0" presId="urn:microsoft.com/office/officeart/2018/2/layout/IconVerticalSolidList"/>
    <dgm:cxn modelId="{F9651C1D-4EAF-4D1D-8D6A-02C0FDA20EA4}" type="presParOf" srcId="{411334B6-36A0-4E1A-8B4F-7155FF1D5A71}" destId="{5D3248CE-BE74-4091-90E1-62ABAF33C1BA}" srcOrd="2" destOrd="0" presId="urn:microsoft.com/office/officeart/2018/2/layout/IconVerticalSolidList"/>
    <dgm:cxn modelId="{3505F4AF-AB7D-458B-9317-816D6BC2CC37}" type="presParOf" srcId="{411334B6-36A0-4E1A-8B4F-7155FF1D5A71}" destId="{D7F7A255-31D3-4EC7-A3E4-6043DB239C0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5554D28-DC22-4037-AB47-0FE776DF3812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260951E-B11E-475B-A2C5-9F1C7EBD6613}">
      <dgm:prSet/>
      <dgm:spPr/>
      <dgm:t>
        <a:bodyPr/>
        <a:lstStyle/>
        <a:p>
          <a:r>
            <a:rPr lang="es-ES" b="1"/>
            <a:t>Completeness:</a:t>
          </a:r>
          <a:r>
            <a:rPr lang="es-ES"/>
            <a:t> ¿faltan valores? (nulos)</a:t>
          </a:r>
          <a:endParaRPr lang="en-US"/>
        </a:p>
      </dgm:t>
    </dgm:pt>
    <dgm:pt modelId="{1C2653C4-7B39-4FA6-806B-0AAD10C74E12}" type="parTrans" cxnId="{D9DB7A56-5427-4BC8-8627-C994507F0AC0}">
      <dgm:prSet/>
      <dgm:spPr/>
      <dgm:t>
        <a:bodyPr/>
        <a:lstStyle/>
        <a:p>
          <a:endParaRPr lang="en-US"/>
        </a:p>
      </dgm:t>
    </dgm:pt>
    <dgm:pt modelId="{37EC6CE7-FBF6-4DD1-970F-273495067FB9}" type="sibTrans" cxnId="{D9DB7A56-5427-4BC8-8627-C994507F0AC0}">
      <dgm:prSet/>
      <dgm:spPr/>
      <dgm:t>
        <a:bodyPr/>
        <a:lstStyle/>
        <a:p>
          <a:endParaRPr lang="en-US"/>
        </a:p>
      </dgm:t>
    </dgm:pt>
    <dgm:pt modelId="{0A9C72C4-51E3-40DA-AFB5-C95F758ED8D3}">
      <dgm:prSet/>
      <dgm:spPr/>
      <dgm:t>
        <a:bodyPr/>
        <a:lstStyle/>
        <a:p>
          <a:r>
            <a:rPr lang="es-ES" b="1"/>
            <a:t>Uniqueness:</a:t>
          </a:r>
          <a:r>
            <a:rPr lang="es-ES"/>
            <a:t> ¿la clave se repite? (duplicados)</a:t>
          </a:r>
          <a:endParaRPr lang="en-US"/>
        </a:p>
      </dgm:t>
    </dgm:pt>
    <dgm:pt modelId="{879A0438-BB12-4A59-B112-305B73525D78}" type="parTrans" cxnId="{678AE750-4519-4F76-B6A4-81139986EE27}">
      <dgm:prSet/>
      <dgm:spPr/>
      <dgm:t>
        <a:bodyPr/>
        <a:lstStyle/>
        <a:p>
          <a:endParaRPr lang="en-US"/>
        </a:p>
      </dgm:t>
    </dgm:pt>
    <dgm:pt modelId="{74FCEEC4-F6DE-4E20-9187-4571BEFAAA57}" type="sibTrans" cxnId="{678AE750-4519-4F76-B6A4-81139986EE27}">
      <dgm:prSet/>
      <dgm:spPr/>
      <dgm:t>
        <a:bodyPr/>
        <a:lstStyle/>
        <a:p>
          <a:endParaRPr lang="en-US"/>
        </a:p>
      </dgm:t>
    </dgm:pt>
    <dgm:pt modelId="{912E17E2-2951-4CF6-9A4D-21ED62EE9830}">
      <dgm:prSet/>
      <dgm:spPr/>
      <dgm:t>
        <a:bodyPr/>
        <a:lstStyle/>
        <a:p>
          <a:r>
            <a:rPr lang="es-ES" b="1"/>
            <a:t>Validity:</a:t>
          </a:r>
          <a:r>
            <a:rPr lang="es-ES"/>
            <a:t> ¿los valores tienen sentido físico/temporal?</a:t>
          </a:r>
          <a:endParaRPr lang="en-US"/>
        </a:p>
      </dgm:t>
    </dgm:pt>
    <dgm:pt modelId="{ADFD7575-C7EB-4C9B-AF41-0C4C0F753D99}" type="parTrans" cxnId="{A4C85164-A8F3-41AB-A519-A2475C6CE25C}">
      <dgm:prSet/>
      <dgm:spPr/>
      <dgm:t>
        <a:bodyPr/>
        <a:lstStyle/>
        <a:p>
          <a:endParaRPr lang="en-US"/>
        </a:p>
      </dgm:t>
    </dgm:pt>
    <dgm:pt modelId="{C60A61D1-A5FC-4E11-B398-B623CFEBD78E}" type="sibTrans" cxnId="{A4C85164-A8F3-41AB-A519-A2475C6CE25C}">
      <dgm:prSet/>
      <dgm:spPr/>
      <dgm:t>
        <a:bodyPr/>
        <a:lstStyle/>
        <a:p>
          <a:endParaRPr lang="en-US"/>
        </a:p>
      </dgm:t>
    </dgm:pt>
    <dgm:pt modelId="{BAFFFCCA-6247-4BD5-809E-02B0F5230D70}" type="pres">
      <dgm:prSet presAssocID="{F5554D28-DC22-4037-AB47-0FE776DF3812}" presName="diagram" presStyleCnt="0">
        <dgm:presLayoutVars>
          <dgm:dir/>
          <dgm:resizeHandles val="exact"/>
        </dgm:presLayoutVars>
      </dgm:prSet>
      <dgm:spPr/>
    </dgm:pt>
    <dgm:pt modelId="{40ECAC77-DE33-4213-BE8B-A312B3966D6D}" type="pres">
      <dgm:prSet presAssocID="{2260951E-B11E-475B-A2C5-9F1C7EBD6613}" presName="node" presStyleLbl="node1" presStyleIdx="0" presStyleCnt="3">
        <dgm:presLayoutVars>
          <dgm:bulletEnabled val="1"/>
        </dgm:presLayoutVars>
      </dgm:prSet>
      <dgm:spPr/>
    </dgm:pt>
    <dgm:pt modelId="{FB237D6A-79DF-447A-8914-89746F3B3913}" type="pres">
      <dgm:prSet presAssocID="{37EC6CE7-FBF6-4DD1-970F-273495067FB9}" presName="sibTrans" presStyleCnt="0"/>
      <dgm:spPr/>
    </dgm:pt>
    <dgm:pt modelId="{B16777D4-A4FB-4E06-B9BD-F9AC0C11D91C}" type="pres">
      <dgm:prSet presAssocID="{0A9C72C4-51E3-40DA-AFB5-C95F758ED8D3}" presName="node" presStyleLbl="node1" presStyleIdx="1" presStyleCnt="3">
        <dgm:presLayoutVars>
          <dgm:bulletEnabled val="1"/>
        </dgm:presLayoutVars>
      </dgm:prSet>
      <dgm:spPr/>
    </dgm:pt>
    <dgm:pt modelId="{AEB1AA06-5A12-4259-A381-CC493E560613}" type="pres">
      <dgm:prSet presAssocID="{74FCEEC4-F6DE-4E20-9187-4571BEFAAA57}" presName="sibTrans" presStyleCnt="0"/>
      <dgm:spPr/>
    </dgm:pt>
    <dgm:pt modelId="{FA49656F-5C45-4432-B555-706813E70B2A}" type="pres">
      <dgm:prSet presAssocID="{912E17E2-2951-4CF6-9A4D-21ED62EE9830}" presName="node" presStyleLbl="node1" presStyleIdx="2" presStyleCnt="3">
        <dgm:presLayoutVars>
          <dgm:bulletEnabled val="1"/>
        </dgm:presLayoutVars>
      </dgm:prSet>
      <dgm:spPr/>
    </dgm:pt>
  </dgm:ptLst>
  <dgm:cxnLst>
    <dgm:cxn modelId="{E34F1760-1E0A-479E-89CA-067AD3D07C52}" type="presOf" srcId="{F5554D28-DC22-4037-AB47-0FE776DF3812}" destId="{BAFFFCCA-6247-4BD5-809E-02B0F5230D70}" srcOrd="0" destOrd="0" presId="urn:microsoft.com/office/officeart/2005/8/layout/default"/>
    <dgm:cxn modelId="{A4C85164-A8F3-41AB-A519-A2475C6CE25C}" srcId="{F5554D28-DC22-4037-AB47-0FE776DF3812}" destId="{912E17E2-2951-4CF6-9A4D-21ED62EE9830}" srcOrd="2" destOrd="0" parTransId="{ADFD7575-C7EB-4C9B-AF41-0C4C0F753D99}" sibTransId="{C60A61D1-A5FC-4E11-B398-B623CFEBD78E}"/>
    <dgm:cxn modelId="{4CC5C245-C3D1-41F9-8F62-45342D1D6A07}" type="presOf" srcId="{2260951E-B11E-475B-A2C5-9F1C7EBD6613}" destId="{40ECAC77-DE33-4213-BE8B-A312B3966D6D}" srcOrd="0" destOrd="0" presId="urn:microsoft.com/office/officeart/2005/8/layout/default"/>
    <dgm:cxn modelId="{678AE750-4519-4F76-B6A4-81139986EE27}" srcId="{F5554D28-DC22-4037-AB47-0FE776DF3812}" destId="{0A9C72C4-51E3-40DA-AFB5-C95F758ED8D3}" srcOrd="1" destOrd="0" parTransId="{879A0438-BB12-4A59-B112-305B73525D78}" sibTransId="{74FCEEC4-F6DE-4E20-9187-4571BEFAAA57}"/>
    <dgm:cxn modelId="{D9DB7A56-5427-4BC8-8627-C994507F0AC0}" srcId="{F5554D28-DC22-4037-AB47-0FE776DF3812}" destId="{2260951E-B11E-475B-A2C5-9F1C7EBD6613}" srcOrd="0" destOrd="0" parTransId="{1C2653C4-7B39-4FA6-806B-0AAD10C74E12}" sibTransId="{37EC6CE7-FBF6-4DD1-970F-273495067FB9}"/>
    <dgm:cxn modelId="{8F35A58C-7539-4D0D-9E23-8299FAE86348}" type="presOf" srcId="{0A9C72C4-51E3-40DA-AFB5-C95F758ED8D3}" destId="{B16777D4-A4FB-4E06-B9BD-F9AC0C11D91C}" srcOrd="0" destOrd="0" presId="urn:microsoft.com/office/officeart/2005/8/layout/default"/>
    <dgm:cxn modelId="{135186FF-FD4C-4C18-A5F9-864FA25508D3}" type="presOf" srcId="{912E17E2-2951-4CF6-9A4D-21ED62EE9830}" destId="{FA49656F-5C45-4432-B555-706813E70B2A}" srcOrd="0" destOrd="0" presId="urn:microsoft.com/office/officeart/2005/8/layout/default"/>
    <dgm:cxn modelId="{28D489CC-F7A8-4377-A6F3-A7B16019CE86}" type="presParOf" srcId="{BAFFFCCA-6247-4BD5-809E-02B0F5230D70}" destId="{40ECAC77-DE33-4213-BE8B-A312B3966D6D}" srcOrd="0" destOrd="0" presId="urn:microsoft.com/office/officeart/2005/8/layout/default"/>
    <dgm:cxn modelId="{DACC47C1-A259-4828-B465-81095253F6AF}" type="presParOf" srcId="{BAFFFCCA-6247-4BD5-809E-02B0F5230D70}" destId="{FB237D6A-79DF-447A-8914-89746F3B3913}" srcOrd="1" destOrd="0" presId="urn:microsoft.com/office/officeart/2005/8/layout/default"/>
    <dgm:cxn modelId="{27B487EF-0B52-4EAC-9732-1D5A55A40A44}" type="presParOf" srcId="{BAFFFCCA-6247-4BD5-809E-02B0F5230D70}" destId="{B16777D4-A4FB-4E06-B9BD-F9AC0C11D91C}" srcOrd="2" destOrd="0" presId="urn:microsoft.com/office/officeart/2005/8/layout/default"/>
    <dgm:cxn modelId="{4C8937DB-1E96-4A2C-B2D2-026555AF68E3}" type="presParOf" srcId="{BAFFFCCA-6247-4BD5-809E-02B0F5230D70}" destId="{AEB1AA06-5A12-4259-A381-CC493E560613}" srcOrd="3" destOrd="0" presId="urn:microsoft.com/office/officeart/2005/8/layout/default"/>
    <dgm:cxn modelId="{0797DA53-55C8-47F1-9A0B-4608FDF40DCC}" type="presParOf" srcId="{BAFFFCCA-6247-4BD5-809E-02B0F5230D70}" destId="{FA49656F-5C45-4432-B555-706813E70B2A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AE2146-BA38-4702-A5C9-F835F2C22A25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3306D1-70F5-4CD8-A561-7462F2EA38DD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/>
            <a:t>Un JOIN malo es por falta de un contrato</a:t>
          </a:r>
          <a:endParaRPr lang="en-US" sz="2700" kern="1200"/>
        </a:p>
      </dsp:txBody>
      <dsp:txXfrm>
        <a:off x="378614" y="886531"/>
        <a:ext cx="2810360" cy="1744948"/>
      </dsp:txXfrm>
    </dsp:sp>
    <dsp:sp modelId="{19FCF3CF-B96E-4991-BC4D-66A1D30EA996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69BC53-9B62-4BE0-A139-BA48C9946D78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/>
            <a:t>Un contrato tiene asociado un modelo de datos</a:t>
          </a:r>
          <a:endParaRPr lang="en-US" sz="2700" kern="1200"/>
        </a:p>
      </dsp:txBody>
      <dsp:txXfrm>
        <a:off x="3946203" y="886531"/>
        <a:ext cx="2810360" cy="1744948"/>
      </dsp:txXfrm>
    </dsp:sp>
    <dsp:sp modelId="{1B60DE79-78FD-4A18-A1C8-97109D601CE2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369CF-EA73-491A-8DFA-6BCA760C19CC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/>
            <a:t>El modelo de datos se abstrae a partir de los datos crudos</a:t>
          </a:r>
          <a:endParaRPr lang="en-US" sz="2700" kern="1200"/>
        </a:p>
      </dsp:txBody>
      <dsp:txXfrm>
        <a:off x="7513791" y="886531"/>
        <a:ext cx="2810360" cy="1744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76BF6E-CEB1-4A1E-928A-A5FD581DFAD7}">
      <dsp:nvSpPr>
        <dsp:cNvPr id="0" name=""/>
        <dsp:cNvSpPr/>
      </dsp:nvSpPr>
      <dsp:spPr>
        <a:xfrm>
          <a:off x="0" y="65046"/>
          <a:ext cx="6666833" cy="107800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/>
            <a:t>Antes de transformar o unir, validamos</a:t>
          </a:r>
          <a:endParaRPr lang="en-US" sz="2700" kern="1200"/>
        </a:p>
      </dsp:txBody>
      <dsp:txXfrm>
        <a:off x="52624" y="117670"/>
        <a:ext cx="6561585" cy="972760"/>
      </dsp:txXfrm>
    </dsp:sp>
    <dsp:sp modelId="{71EAD8D8-78C8-4792-A92F-9870DF54A697}">
      <dsp:nvSpPr>
        <dsp:cNvPr id="0" name=""/>
        <dsp:cNvSpPr/>
      </dsp:nvSpPr>
      <dsp:spPr>
        <a:xfrm>
          <a:off x="0" y="1220815"/>
          <a:ext cx="6666833" cy="1078008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¿Qué pasa si NO validas?</a:t>
          </a:r>
          <a:endParaRPr lang="en-US" sz="2700" kern="1200"/>
        </a:p>
      </dsp:txBody>
      <dsp:txXfrm>
        <a:off x="52624" y="1273439"/>
        <a:ext cx="6561585" cy="972760"/>
      </dsp:txXfrm>
    </dsp:sp>
    <dsp:sp modelId="{D1D3D3FD-765C-4793-90BC-5FD04ADF99A8}">
      <dsp:nvSpPr>
        <dsp:cNvPr id="0" name=""/>
        <dsp:cNvSpPr/>
      </dsp:nvSpPr>
      <dsp:spPr>
        <a:xfrm>
          <a:off x="0" y="2298824"/>
          <a:ext cx="6666833" cy="2012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100" b="1" kern="1200"/>
            <a:t>Duplicados en claves</a:t>
          </a:r>
          <a:r>
            <a:rPr lang="es-ES" sz="2100" kern="1200"/>
            <a:t> → JOIN multiplica filas → métricas falsas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100" b="1" kern="1200"/>
            <a:t>Nulos en columnas clave</a:t>
          </a:r>
          <a:r>
            <a:rPr lang="es-ES" sz="2100" kern="1200"/>
            <a:t> → pérdidas silenciosas (LEFT/INNER) → sesgos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100" b="1" kern="1200"/>
            <a:t>Rangos absurdos</a:t>
          </a:r>
          <a:r>
            <a:rPr lang="es-ES" sz="2100" kern="1200"/>
            <a:t> → promedios y modelos que “parecen” correctos pero no lo son</a:t>
          </a:r>
          <a:endParaRPr lang="en-US" sz="2100" kern="1200"/>
        </a:p>
      </dsp:txBody>
      <dsp:txXfrm>
        <a:off x="0" y="2298824"/>
        <a:ext cx="6666833" cy="2012039"/>
      </dsp:txXfrm>
    </dsp:sp>
    <dsp:sp modelId="{4251B110-EC07-42A2-AF4E-7F74F10C4B80}">
      <dsp:nvSpPr>
        <dsp:cNvPr id="0" name=""/>
        <dsp:cNvSpPr/>
      </dsp:nvSpPr>
      <dsp:spPr>
        <a:xfrm>
          <a:off x="0" y="4310864"/>
          <a:ext cx="6666833" cy="1078008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El JOIN “malo” no fue accidente: fue falta de checks.</a:t>
          </a:r>
          <a:endParaRPr lang="en-US" sz="2700" kern="1200"/>
        </a:p>
      </dsp:txBody>
      <dsp:txXfrm>
        <a:off x="52624" y="4363488"/>
        <a:ext cx="6561585" cy="9727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9950FD-4EAB-496F-BCAB-4105BCC7E319}">
      <dsp:nvSpPr>
        <dsp:cNvPr id="0" name=""/>
        <dsp:cNvSpPr/>
      </dsp:nvSpPr>
      <dsp:spPr>
        <a:xfrm>
          <a:off x="0" y="1500"/>
          <a:ext cx="6364224" cy="6391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962A66-38A0-403D-8C2E-E96E1783CF59}">
      <dsp:nvSpPr>
        <dsp:cNvPr id="0" name=""/>
        <dsp:cNvSpPr/>
      </dsp:nvSpPr>
      <dsp:spPr>
        <a:xfrm>
          <a:off x="193349" y="145313"/>
          <a:ext cx="351544" cy="3515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192A7E-0427-466C-9766-5C4AE67F05D9}">
      <dsp:nvSpPr>
        <dsp:cNvPr id="0" name=""/>
        <dsp:cNvSpPr/>
      </dsp:nvSpPr>
      <dsp:spPr>
        <a:xfrm>
          <a:off x="738242" y="1500"/>
          <a:ext cx="5625981" cy="639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46" tIns="67646" rIns="67646" bIns="676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Esquema:</a:t>
          </a:r>
          <a:r>
            <a:rPr lang="es-ES" sz="1600" kern="1200" dirty="0"/>
            <a:t> columnas oficiales del Core</a:t>
          </a:r>
          <a:endParaRPr lang="en-US" sz="1600" kern="1200" dirty="0"/>
        </a:p>
      </dsp:txBody>
      <dsp:txXfrm>
        <a:off x="738242" y="1500"/>
        <a:ext cx="5625981" cy="639171"/>
      </dsp:txXfrm>
    </dsp:sp>
    <dsp:sp modelId="{3558B620-8C70-4410-8ADB-256FE5918FEA}">
      <dsp:nvSpPr>
        <dsp:cNvPr id="0" name=""/>
        <dsp:cNvSpPr/>
      </dsp:nvSpPr>
      <dsp:spPr>
        <a:xfrm>
          <a:off x="0" y="800463"/>
          <a:ext cx="6364224" cy="6391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CF534B-ECC1-4D31-B756-437985E94ECC}">
      <dsp:nvSpPr>
        <dsp:cNvPr id="0" name=""/>
        <dsp:cNvSpPr/>
      </dsp:nvSpPr>
      <dsp:spPr>
        <a:xfrm>
          <a:off x="193349" y="944277"/>
          <a:ext cx="351544" cy="3515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CD53F-F90F-4591-BF54-4D3F134C572A}">
      <dsp:nvSpPr>
        <dsp:cNvPr id="0" name=""/>
        <dsp:cNvSpPr/>
      </dsp:nvSpPr>
      <dsp:spPr>
        <a:xfrm>
          <a:off x="738242" y="800463"/>
          <a:ext cx="5625981" cy="639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46" tIns="67646" rIns="67646" bIns="676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Grain:</a:t>
          </a:r>
          <a:r>
            <a:rPr lang="es-ES" sz="1600" kern="1200"/>
            <a:t> qué significa “una fila”</a:t>
          </a:r>
          <a:endParaRPr lang="en-US" sz="1600" kern="1200"/>
        </a:p>
      </dsp:txBody>
      <dsp:txXfrm>
        <a:off x="738242" y="800463"/>
        <a:ext cx="5625981" cy="639171"/>
      </dsp:txXfrm>
    </dsp:sp>
    <dsp:sp modelId="{49DF77A3-E95F-4B33-9A34-34AD66D32B34}">
      <dsp:nvSpPr>
        <dsp:cNvPr id="0" name=""/>
        <dsp:cNvSpPr/>
      </dsp:nvSpPr>
      <dsp:spPr>
        <a:xfrm>
          <a:off x="0" y="1599427"/>
          <a:ext cx="6364224" cy="6391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772318-E2EA-49BA-8ABE-2E0343F90D16}">
      <dsp:nvSpPr>
        <dsp:cNvPr id="0" name=""/>
        <dsp:cNvSpPr/>
      </dsp:nvSpPr>
      <dsp:spPr>
        <a:xfrm>
          <a:off x="193349" y="1743241"/>
          <a:ext cx="351544" cy="3515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50AF46-2442-405E-9805-5C6C4F1B9C18}">
      <dsp:nvSpPr>
        <dsp:cNvPr id="0" name=""/>
        <dsp:cNvSpPr/>
      </dsp:nvSpPr>
      <dsp:spPr>
        <a:xfrm>
          <a:off x="738242" y="1599427"/>
          <a:ext cx="5625981" cy="639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46" tIns="67646" rIns="67646" bIns="676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Claves candidatas:</a:t>
          </a:r>
          <a:r>
            <a:rPr lang="es-ES" sz="1600" kern="1200"/>
            <a:t> cómo identifico una entidad</a:t>
          </a:r>
          <a:endParaRPr lang="en-US" sz="1600" kern="1200"/>
        </a:p>
      </dsp:txBody>
      <dsp:txXfrm>
        <a:off x="738242" y="1599427"/>
        <a:ext cx="5625981" cy="639171"/>
      </dsp:txXfrm>
    </dsp:sp>
    <dsp:sp modelId="{42661DD1-87CE-4FA6-B28A-B362E00C76D1}">
      <dsp:nvSpPr>
        <dsp:cNvPr id="0" name=""/>
        <dsp:cNvSpPr/>
      </dsp:nvSpPr>
      <dsp:spPr>
        <a:xfrm>
          <a:off x="0" y="2398391"/>
          <a:ext cx="6364224" cy="6391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2C6DC-78E6-4DF6-97AA-ABDF06F405A7}">
      <dsp:nvSpPr>
        <dsp:cNvPr id="0" name=""/>
        <dsp:cNvSpPr/>
      </dsp:nvSpPr>
      <dsp:spPr>
        <a:xfrm>
          <a:off x="193349" y="2542205"/>
          <a:ext cx="351544" cy="3515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3A43C8-B8A9-46EC-90DC-140D7507880E}">
      <dsp:nvSpPr>
        <dsp:cNvPr id="0" name=""/>
        <dsp:cNvSpPr/>
      </dsp:nvSpPr>
      <dsp:spPr>
        <a:xfrm>
          <a:off x="738242" y="2398391"/>
          <a:ext cx="5625981" cy="639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46" tIns="67646" rIns="67646" bIns="676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Checks:</a:t>
          </a:r>
          <a:r>
            <a:rPr lang="es-ES" sz="1600" kern="1200"/>
            <a:t> reglas mínimas de calidad</a:t>
          </a:r>
          <a:endParaRPr lang="en-US" sz="1600" kern="1200"/>
        </a:p>
      </dsp:txBody>
      <dsp:txXfrm>
        <a:off x="738242" y="2398391"/>
        <a:ext cx="5625981" cy="639171"/>
      </dsp:txXfrm>
    </dsp:sp>
    <dsp:sp modelId="{B0550948-E100-497B-A619-E73B9ED6826D}">
      <dsp:nvSpPr>
        <dsp:cNvPr id="0" name=""/>
        <dsp:cNvSpPr/>
      </dsp:nvSpPr>
      <dsp:spPr>
        <a:xfrm>
          <a:off x="0" y="3197355"/>
          <a:ext cx="6364224" cy="6391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437D69-F512-421F-88F4-906CEB33130D}">
      <dsp:nvSpPr>
        <dsp:cNvPr id="0" name=""/>
        <dsp:cNvSpPr/>
      </dsp:nvSpPr>
      <dsp:spPr>
        <a:xfrm>
          <a:off x="193349" y="3341169"/>
          <a:ext cx="351544" cy="3515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6209E2-3EFF-4659-9655-4C1F14DD6251}">
      <dsp:nvSpPr>
        <dsp:cNvPr id="0" name=""/>
        <dsp:cNvSpPr/>
      </dsp:nvSpPr>
      <dsp:spPr>
        <a:xfrm>
          <a:off x="738242" y="3197355"/>
          <a:ext cx="5625981" cy="639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46" tIns="67646" rIns="67646" bIns="676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Versionado:</a:t>
          </a:r>
          <a:r>
            <a:rPr lang="es-ES" sz="1600" kern="1200"/>
            <a:t> v1.0, v1.1… (cuando cambie el esquema o reglas)</a:t>
          </a:r>
          <a:endParaRPr lang="en-US" sz="1600" kern="1200"/>
        </a:p>
      </dsp:txBody>
      <dsp:txXfrm>
        <a:off x="738242" y="3197355"/>
        <a:ext cx="5625981" cy="639171"/>
      </dsp:txXfrm>
    </dsp:sp>
    <dsp:sp modelId="{1EBF64A7-FBB0-4915-B07B-7F5873F2C797}">
      <dsp:nvSpPr>
        <dsp:cNvPr id="0" name=""/>
        <dsp:cNvSpPr/>
      </dsp:nvSpPr>
      <dsp:spPr>
        <a:xfrm>
          <a:off x="0" y="3996319"/>
          <a:ext cx="6364224" cy="6391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6A02F9-7757-4E29-8CC3-A7FE6D7395F7}">
      <dsp:nvSpPr>
        <dsp:cNvPr id="0" name=""/>
        <dsp:cNvSpPr/>
      </dsp:nvSpPr>
      <dsp:spPr>
        <a:xfrm>
          <a:off x="193349" y="4140133"/>
          <a:ext cx="351544" cy="35154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7A255-31D3-4EC7-A3E4-6043DB239C02}">
      <dsp:nvSpPr>
        <dsp:cNvPr id="0" name=""/>
        <dsp:cNvSpPr/>
      </dsp:nvSpPr>
      <dsp:spPr>
        <a:xfrm>
          <a:off x="738242" y="3996319"/>
          <a:ext cx="5625981" cy="639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646" tIns="67646" rIns="67646" bIns="6764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Objetivo:</a:t>
          </a:r>
          <a:r>
            <a:rPr lang="es-ES" sz="1600" kern="1200" dirty="0"/>
            <a:t> que </a:t>
          </a:r>
          <a:r>
            <a:rPr lang="es-ES" sz="1600" kern="1200" dirty="0" err="1"/>
            <a:t>downstream</a:t>
          </a:r>
          <a:r>
            <a:rPr lang="es-ES" sz="1600" kern="1200" dirty="0"/>
            <a:t> (</a:t>
          </a:r>
          <a:r>
            <a:rPr lang="es-ES" sz="1600" kern="1200" dirty="0" err="1"/>
            <a:t>joins</a:t>
          </a:r>
          <a:r>
            <a:rPr lang="es-ES" sz="1600" kern="1200" dirty="0"/>
            <a:t>, métricas) no “se rompa” silenciosamente. No dice </a:t>
          </a:r>
          <a:r>
            <a:rPr lang="es-ES" sz="1600" i="1" kern="1200" dirty="0">
              <a:effectLst/>
            </a:rPr>
            <a:t>cómo</a:t>
          </a:r>
          <a:r>
            <a:rPr lang="es-ES" sz="1600" kern="1200" dirty="0"/>
            <a:t> validar, sino </a:t>
          </a:r>
          <a:r>
            <a:rPr lang="es-ES" sz="1600" i="1" kern="1200" dirty="0">
              <a:effectLst/>
            </a:rPr>
            <a:t>qué</a:t>
          </a:r>
          <a:r>
            <a:rPr lang="es-ES" sz="1600" kern="1200" dirty="0"/>
            <a:t> validar.</a:t>
          </a:r>
          <a:endParaRPr lang="en-US" sz="1600" kern="1200" dirty="0"/>
        </a:p>
      </dsp:txBody>
      <dsp:txXfrm>
        <a:off x="738242" y="3996319"/>
        <a:ext cx="5625981" cy="6391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ECAC77-DE33-4213-BE8B-A312B3966D6D}">
      <dsp:nvSpPr>
        <dsp:cNvPr id="0" name=""/>
        <dsp:cNvSpPr/>
      </dsp:nvSpPr>
      <dsp:spPr>
        <a:xfrm>
          <a:off x="776" y="787518"/>
          <a:ext cx="3029842" cy="18179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/>
            <a:t>Completeness:</a:t>
          </a:r>
          <a:r>
            <a:rPr lang="es-ES" sz="2800" kern="1200"/>
            <a:t> ¿faltan valores? (nulos)</a:t>
          </a:r>
          <a:endParaRPr lang="en-US" sz="2800" kern="1200"/>
        </a:p>
      </dsp:txBody>
      <dsp:txXfrm>
        <a:off x="776" y="787518"/>
        <a:ext cx="3029842" cy="1817905"/>
      </dsp:txXfrm>
    </dsp:sp>
    <dsp:sp modelId="{B16777D4-A4FB-4E06-B9BD-F9AC0C11D91C}">
      <dsp:nvSpPr>
        <dsp:cNvPr id="0" name=""/>
        <dsp:cNvSpPr/>
      </dsp:nvSpPr>
      <dsp:spPr>
        <a:xfrm>
          <a:off x="3333604" y="787518"/>
          <a:ext cx="3029842" cy="1817905"/>
        </a:xfrm>
        <a:prstGeom prst="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/>
            <a:t>Uniqueness:</a:t>
          </a:r>
          <a:r>
            <a:rPr lang="es-ES" sz="2800" kern="1200"/>
            <a:t> ¿la clave se repite? (duplicados)</a:t>
          </a:r>
          <a:endParaRPr lang="en-US" sz="2800" kern="1200"/>
        </a:p>
      </dsp:txBody>
      <dsp:txXfrm>
        <a:off x="3333604" y="787518"/>
        <a:ext cx="3029842" cy="1817905"/>
      </dsp:txXfrm>
    </dsp:sp>
    <dsp:sp modelId="{FA49656F-5C45-4432-B555-706813E70B2A}">
      <dsp:nvSpPr>
        <dsp:cNvPr id="0" name=""/>
        <dsp:cNvSpPr/>
      </dsp:nvSpPr>
      <dsp:spPr>
        <a:xfrm>
          <a:off x="1667190" y="2908408"/>
          <a:ext cx="3029842" cy="1817905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/>
            <a:t>Validity:</a:t>
          </a:r>
          <a:r>
            <a:rPr lang="es-ES" sz="2800" kern="1200"/>
            <a:t> ¿los valores tienen sentido físico/temporal?</a:t>
          </a:r>
          <a:endParaRPr lang="en-US" sz="2800" kern="1200"/>
        </a:p>
      </dsp:txBody>
      <dsp:txXfrm>
        <a:off x="1667190" y="2908408"/>
        <a:ext cx="3029842" cy="18179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6A86A-2ED7-45FE-AAEC-29D1DC527A45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1F629-065B-4BA2-87BA-5DAFB877D8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2429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No buscamos perfección: buscamos “mínimos que eviten desastre”.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1F629-065B-4BA2-87BA-5DAFB877D838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4909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D21F51-0F95-3902-F24C-EE3BFCC14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802CBA-630E-9764-428C-76D51883C7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5A8290-D29A-A6B7-1BB9-9990DE982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A9C1-4860-495B-937D-16E664547819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A4AFD2-DEB3-53B4-B655-3AABB27C8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7FDF9E-B27D-4459-6544-5A50BC2B9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4755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1228D-60DC-93AD-51AA-86ADCCBF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A5BA44-87BC-5208-EE64-2B27BF8F5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90C441-5215-7858-0335-543474A72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A9C1-4860-495B-937D-16E664547819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4EC310-03F5-3E3F-196E-AC7ED0611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AB6864-6467-8877-307D-75E1F16F8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843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C25AC-8799-0741-A9C5-01AF7F3BF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1EC0D5-C524-09B3-373E-D7C9C7371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241F60-E06F-3B2A-AD3A-8619CA57A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A9C1-4860-495B-937D-16E664547819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A40BC4-AE02-4111-677C-9AFAEAE0F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15C827-E11C-61B6-C245-F988B5F09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5607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3E1037-E23E-4393-5424-910BC5F51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FBAC33-EF13-1E36-6311-08AB28C7A1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8C8165-BC80-B849-1195-3E33566C1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452998-C285-85C6-45C4-B5F77E3E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A9C1-4860-495B-937D-16E664547819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D820D6-5B3E-A084-4E95-ED9CD3A42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87EAC6-9E71-20A0-62A0-3F96EFB8A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677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1F55FE-89FD-F4FE-A87B-F4FEB725E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179A563-AEF0-042F-2876-3FEEF6905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F704D85-5EA4-C8CA-322F-9329E4985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49432CE-3DB0-4959-022C-DA1B38189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AFACE3E-CFE4-9959-8348-8FB9B070BB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FF2DDE6-F04D-B7BB-9052-8DC232024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A9C1-4860-495B-937D-16E664547819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4C758DE-BD41-6406-86FF-ADBBF014E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9B2C3B8-4FBC-8B34-A048-BD1909EE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3079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65CD5-4144-244F-90FF-3973C44E0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A999B45-1BAA-E14A-C281-5808DAB8F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A9C1-4860-495B-937D-16E664547819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A973DDE-1001-4095-E889-DA5EB56E3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3329F38-C840-F776-EBF7-493C73C33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58177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C56054C-0625-3A1F-2F9F-81873F62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A9C1-4860-495B-937D-16E664547819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B96CA24-A228-6278-AFF9-2391E2D76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067150-EC42-294C-C8B9-54DA255A9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8549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0202E-A9FB-4D37-21DB-5F14358CD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267869-31F6-FA0B-B62A-8BFE379DA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74816C5-C8AB-B6B1-2F26-60568B8C0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A5C586-545C-9C69-3FC7-7FAC0A315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A9C1-4860-495B-937D-16E664547819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A656AC-D06C-8B9A-3AD1-B734B3CF7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5806A4-D5A5-04DD-F31F-7E43FE397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701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2637F-6330-FC41-15A8-B7EC73923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528813D-3A62-0EC9-65CE-5B544A9E40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1D6AB7-1F38-E325-D273-76C993B4D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345356-A5C7-AF7B-CCA8-344BD7C11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A9C1-4860-495B-937D-16E664547819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C0D5EF-24B3-CBE4-53E3-BEF5B5C3C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2FEA3BB-7BCA-6E18-B6CC-44F875296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3670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962CE-2A53-950B-853C-975B64013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7C99C7-49B9-203F-24AC-AD16C986D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08E4A3-D1DD-8472-3F64-4E2305F9A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A9C1-4860-495B-937D-16E664547819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7A5AFC-F409-294E-62E6-5744FFA36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7DA4EC-7D38-C5AD-64E3-9A0136231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9489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1C7B4D-C503-2D27-D23C-4E12002EE9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D8BA02-DAC0-59A5-9370-0870DACF99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F1EECA-BE91-734C-AEB0-7FEE92547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A9C1-4860-495B-937D-16E664547819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02AB35-083C-A397-1947-CE2DBCCD3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14865A-AC69-266C-F0CE-C466495A9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6754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6FC4CF3-02F7-B825-F80B-037001320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F60A41-64C5-C529-7330-81B456284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865322-EC8F-1993-5F47-132C62A1C1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E3A9C1-4860-495B-937D-16E664547819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1058DC-81E3-2403-AB32-90D8EACBB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258F30-00E2-023D-050E-744670EDC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162717-8C2D-48C6-AC52-924D4B5566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6135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ontrato de trabajo: Qué es, tipos y elementos">
            <a:extLst>
              <a:ext uri="{FF2B5EF4-FFF2-40B4-BE49-F238E27FC236}">
                <a16:creationId xmlns:a16="http://schemas.microsoft.com/office/drawing/2014/main" id="{05AA1C88-D654-20A7-70BD-E68E9C93B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51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B9CDF90-E4F0-06E1-1140-3AECD010C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Contrato y validación de datos</a:t>
            </a:r>
            <a:endParaRPr lang="es-CO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36AE09-7ABA-2F92-6D36-F6342DDEC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s-CO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972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C59F1C-A2FC-28CB-EA6B-7462A8B80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CO" sz="5400"/>
              <a:t>Recordemos…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FCE3DC-4B67-85E2-E8FB-F3CF891F5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O" sz="2200"/>
              <a:t>Se generan los datos y son almacenados en una base de datos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200"/>
              <a:t>Alguien consume los datos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200"/>
              <a:t>¿Quién es ese alguien y cuál es su propósito?</a:t>
            </a:r>
          </a:p>
        </p:txBody>
      </p:sp>
      <p:pic>
        <p:nvPicPr>
          <p:cNvPr id="5" name="Picture 4" descr="primer plano del dedo de un hombre sobre gráficos del mercado de cotizaciones">
            <a:extLst>
              <a:ext uri="{FF2B5EF4-FFF2-40B4-BE49-F238E27FC236}">
                <a16:creationId xmlns:a16="http://schemas.microsoft.com/office/drawing/2014/main" id="{22E04AD8-6112-66C6-EF0E-B6EE23C424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38" r="26809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90775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30C94-2533-E6A3-A6C1-34B0B77A5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195557-09A1-EABF-B463-315432490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2050" name="Picture 2" descr="Transactional vs. Analytical: A Deep Dive into OLTP and OLAP for Data  Professionals | by Henry | Data Engineer Things">
            <a:extLst>
              <a:ext uri="{FF2B5EF4-FFF2-40B4-BE49-F238E27FC236}">
                <a16:creationId xmlns:a16="http://schemas.microsoft.com/office/drawing/2014/main" id="{BFA3FACF-B667-7CAE-D0B7-33A6C2782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1218406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8984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974FED-C87F-80C6-CFDB-DD4E70D4A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Data Warehouse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Marcador de contenido 6" descr="Diagrama&#10;&#10;El contenido generado por IA puede ser incorrecto.">
            <a:extLst>
              <a:ext uri="{FF2B5EF4-FFF2-40B4-BE49-F238E27FC236}">
                <a16:creationId xmlns:a16="http://schemas.microsoft.com/office/drawing/2014/main" id="{1D1911D7-BDA0-2351-8A1B-EDF8BA1E39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231" y="2642616"/>
            <a:ext cx="5008033" cy="3605784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3E6F44EB-CC1C-F658-CAF9-B0FB50D08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757742"/>
            <a:ext cx="5614416" cy="137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94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8DAB9AF-A0FF-FC6B-635A-0B00ACE85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s-CO" sz="3600"/>
              <a:t>¿Qué estamos construyendo?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96C01C-7D32-4090-11AB-0D2D2EC21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s-ES" sz="1800"/>
              <a:t>Convertir un dataset crudo en un sistema consultable con reglas claras</a:t>
            </a:r>
          </a:p>
          <a:p>
            <a:r>
              <a:rPr lang="es-ES" sz="1800"/>
              <a:t>Bronze → Silver → Gold</a:t>
            </a:r>
          </a:p>
          <a:p>
            <a:pPr lvl="1"/>
            <a:r>
              <a:rPr lang="es-ES" sz="1800"/>
              <a:t>Bronze: datos descargados (aquí un Bronze lite CSV filtrado) + trazabilidad mínima</a:t>
            </a:r>
          </a:p>
          <a:p>
            <a:pPr lvl="1"/>
            <a:r>
              <a:rPr lang="es-ES" sz="1800"/>
              <a:t>Silver: limpieza, llaves, deduplicación, tablas fact/dim</a:t>
            </a:r>
          </a:p>
          <a:p>
            <a:pPr lvl="1"/>
            <a:r>
              <a:rPr lang="es-ES" sz="1800"/>
              <a:t>Gold: consultas y métricas listas para responder preguntas</a:t>
            </a:r>
            <a:endParaRPr lang="es-CO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Diagrama&#10;&#10;El contenido generado por IA puede ser incorrecto.">
            <a:extLst>
              <a:ext uri="{FF2B5EF4-FFF2-40B4-BE49-F238E27FC236}">
                <a16:creationId xmlns:a16="http://schemas.microsoft.com/office/drawing/2014/main" id="{B33AEC81-74ED-31A8-3BEA-183B4F0CF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87738" y="2208067"/>
            <a:ext cx="5628018" cy="220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260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3CB63C9-4C6B-DCE2-B535-805319E7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s-ES" sz="4800"/>
              <a:t>Hoy dejamos de ‘consultar datos’ y empezamos a </a:t>
            </a:r>
            <a:r>
              <a:rPr lang="es-ES" sz="4800" b="1"/>
              <a:t>administrar datos</a:t>
            </a:r>
            <a:r>
              <a:rPr lang="es-ES" sz="4800"/>
              <a:t>.</a:t>
            </a:r>
            <a:endParaRPr lang="es-CO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F67B8C5-61A6-CE94-D8D7-94450C0BF1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8816948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9863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0" name="Rectangle 104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5BED59-32E5-4F0A-A234-3C4C7D930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s-CO" sz="4600" dirty="0"/>
              <a:t>¿Qué es fundamental en una base de datos?</a:t>
            </a:r>
          </a:p>
        </p:txBody>
      </p:sp>
      <p:sp>
        <p:nvSpPr>
          <p:cNvPr id="105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54DD4A3-4E58-85F9-9177-3B43501B1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" sz="1400" b="1" dirty="0" err="1"/>
              <a:t>Atomicity</a:t>
            </a:r>
            <a:r>
              <a:rPr lang="es-ES" sz="1400" b="1" dirty="0"/>
              <a:t> (Atomicidad): </a:t>
            </a:r>
            <a:r>
              <a:rPr lang="es-ES" sz="1400" dirty="0"/>
              <a:t>Una transacción es </a:t>
            </a:r>
            <a:r>
              <a:rPr lang="es-ES" sz="1400" b="1" dirty="0"/>
              <a:t>todo o nada</a:t>
            </a:r>
            <a:r>
              <a:rPr lang="es-ES" sz="1400" dirty="0"/>
              <a:t>. Si un paso falla, la base de datos revierte todo.</a:t>
            </a:r>
          </a:p>
          <a:p>
            <a:r>
              <a:rPr lang="es-ES" sz="1400" b="1" dirty="0"/>
              <a:t>Ejemplo:</a:t>
            </a:r>
            <a:r>
              <a:rPr lang="es-ES" sz="1400" dirty="0"/>
              <a:t> Transferencia bancaria: si se descuenta de una cuenta pero no se acredita en la otra, la operación completa se cancela.</a:t>
            </a:r>
          </a:p>
          <a:p>
            <a:pPr marL="0" indent="0">
              <a:buNone/>
            </a:pPr>
            <a:r>
              <a:rPr lang="es-ES" sz="1400" b="1" dirty="0" err="1"/>
              <a:t>Consistency</a:t>
            </a:r>
            <a:r>
              <a:rPr lang="es-ES" sz="1400" b="1" dirty="0"/>
              <a:t> (Consistencia):  </a:t>
            </a:r>
            <a:r>
              <a:rPr lang="es-ES" sz="1400" dirty="0"/>
              <a:t>Después de cada transacción, la base de datos debe quedar en un </a:t>
            </a:r>
            <a:r>
              <a:rPr lang="es-ES" sz="1400" b="1" dirty="0"/>
              <a:t>estado válido</a:t>
            </a:r>
            <a:r>
              <a:rPr lang="es-ES" sz="1400" dirty="0"/>
              <a:t>, respetando reglas, </a:t>
            </a:r>
            <a:r>
              <a:rPr lang="es-ES" sz="1400" dirty="0" err="1"/>
              <a:t>constraints</a:t>
            </a:r>
            <a:r>
              <a:rPr lang="es-ES" sz="1400" dirty="0"/>
              <a:t>, tipos de datos, claves foráneas, etc.</a:t>
            </a:r>
          </a:p>
          <a:p>
            <a:r>
              <a:rPr lang="es-ES" sz="1400" b="1" dirty="0"/>
              <a:t>Ejemplo:</a:t>
            </a:r>
            <a:r>
              <a:rPr lang="es-ES" sz="1400" dirty="0"/>
              <a:t> No puedes insertar un pedido con un </a:t>
            </a:r>
            <a:r>
              <a:rPr lang="es-ES" sz="1400" dirty="0" err="1"/>
              <a:t>customer_id</a:t>
            </a:r>
            <a:r>
              <a:rPr lang="es-ES" sz="1400" dirty="0"/>
              <a:t> que no existe.</a:t>
            </a:r>
          </a:p>
          <a:p>
            <a:pPr marL="0" indent="0">
              <a:buNone/>
            </a:pPr>
            <a:r>
              <a:rPr lang="es-ES" sz="1400" b="1" dirty="0" err="1"/>
              <a:t>Isolation</a:t>
            </a:r>
            <a:r>
              <a:rPr lang="es-ES" sz="1400" b="1" dirty="0"/>
              <a:t> (Aislamiento): </a:t>
            </a:r>
            <a:r>
              <a:rPr lang="es-ES" sz="1400" dirty="0"/>
              <a:t>Las transacciones concurrentes </a:t>
            </a:r>
            <a:r>
              <a:rPr lang="es-ES" sz="1400" b="1" dirty="0"/>
              <a:t>no deben interferir entre sí</a:t>
            </a:r>
            <a:r>
              <a:rPr lang="es-ES" sz="1400" dirty="0"/>
              <a:t>. Cada transacción debe comportarse como si fuera la única ejecutándose.</a:t>
            </a:r>
          </a:p>
          <a:p>
            <a:r>
              <a:rPr lang="es-ES" sz="1400" b="1" dirty="0"/>
              <a:t>Ejemplo:</a:t>
            </a:r>
            <a:r>
              <a:rPr lang="es-ES" sz="1400" dirty="0"/>
              <a:t> Dos cajeros no pueden vender la misma última unidad de un producto.</a:t>
            </a:r>
          </a:p>
          <a:p>
            <a:pPr marL="0" indent="0">
              <a:buNone/>
            </a:pPr>
            <a:r>
              <a:rPr lang="es-ES" sz="1400" b="1" dirty="0" err="1"/>
              <a:t>Durability</a:t>
            </a:r>
            <a:r>
              <a:rPr lang="es-ES" sz="1400" b="1" dirty="0"/>
              <a:t> (Durabilidad): </a:t>
            </a:r>
            <a:r>
              <a:rPr lang="es-ES" sz="1400" dirty="0"/>
              <a:t>Una vez confirmada la transacción, los cambios </a:t>
            </a:r>
            <a:r>
              <a:rPr lang="es-ES" sz="1400" b="1" dirty="0"/>
              <a:t>persisten</a:t>
            </a:r>
            <a:r>
              <a:rPr lang="es-ES" sz="1400" dirty="0"/>
              <a:t>, incluso si hay fallos de energía o caídas del sistema.</a:t>
            </a:r>
          </a:p>
          <a:p>
            <a:r>
              <a:rPr lang="es-ES" sz="1400" b="1" dirty="0"/>
              <a:t>Ejemplo:</a:t>
            </a:r>
            <a:r>
              <a:rPr lang="es-ES" sz="1400" dirty="0"/>
              <a:t> Si un cliente paga y el sistema confirma, el registro queda guardado aunque el servidor se apague segundos después.</a:t>
            </a:r>
          </a:p>
          <a:p>
            <a:endParaRPr lang="es-CO" sz="1400" dirty="0"/>
          </a:p>
        </p:txBody>
      </p:sp>
      <p:pic>
        <p:nvPicPr>
          <p:cNvPr id="1026" name="Picture 2" descr="SQL vs NoSQL Databases | O(1) System Design Interview Guide">
            <a:extLst>
              <a:ext uri="{FF2B5EF4-FFF2-40B4-BE49-F238E27FC236}">
                <a16:creationId xmlns:a16="http://schemas.microsoft.com/office/drawing/2014/main" id="{186A828B-667B-8838-0B14-60CF24A54A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" t="-1" r="1437" b="-3"/>
          <a:stretch>
            <a:fillRect/>
          </a:stretch>
        </p:blipFill>
        <p:spPr bwMode="auto">
          <a:xfrm>
            <a:off x="7718665" y="2093976"/>
            <a:ext cx="4330677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FFA7F5BF-9D64-CE22-7692-4CC54D347528}"/>
              </a:ext>
            </a:extLst>
          </p:cNvPr>
          <p:cNvSpPr txBox="1">
            <a:spLocks/>
          </p:cNvSpPr>
          <p:nvPr/>
        </p:nvSpPr>
        <p:spPr>
          <a:xfrm>
            <a:off x="724893" y="5948516"/>
            <a:ext cx="6713552" cy="6361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600" dirty="0"/>
              <a:t>Para OLTP SI! Pero para OLAP no tanto</a:t>
            </a:r>
          </a:p>
        </p:txBody>
      </p:sp>
    </p:spTree>
    <p:extLst>
      <p:ext uri="{BB962C8B-B14F-4D97-AF65-F5344CB8AC3E}">
        <p14:creationId xmlns:p14="http://schemas.microsoft.com/office/powerpoint/2010/main" val="3369795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9206DC-4F2F-F27E-9DBE-1C02FB471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Reglas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2CFB7F-A7DE-B7E6-DFBC-D8587197A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916"/>
            <a:ext cx="10515600" cy="5000959"/>
          </a:xfrm>
        </p:spPr>
        <p:txBody>
          <a:bodyPr>
            <a:normAutofit fontScale="92500" lnSpcReduction="20000"/>
          </a:bodyPr>
          <a:lstStyle/>
          <a:p>
            <a:r>
              <a:rPr lang="es-CO" dirty="0"/>
              <a:t>Trabajamos con un </a:t>
            </a:r>
            <a:r>
              <a:rPr lang="es-CO" dirty="0" err="1"/>
              <a:t>Bronze</a:t>
            </a:r>
            <a:r>
              <a:rPr lang="es-CO" dirty="0"/>
              <a:t>-lite (CSV ya filtrado) para aprender sin ahogarnos.</a:t>
            </a:r>
          </a:p>
          <a:p>
            <a:r>
              <a:rPr lang="es-CO" dirty="0"/>
              <a:t>Core (obligatorio para todos)</a:t>
            </a:r>
          </a:p>
          <a:p>
            <a:pPr lvl="1"/>
            <a:r>
              <a:rPr lang="es-CO" dirty="0" err="1"/>
              <a:t>Dataset</a:t>
            </a:r>
            <a:r>
              <a:rPr lang="es-CO" dirty="0"/>
              <a:t> oficial del curso = </a:t>
            </a:r>
            <a:r>
              <a:rPr lang="es-CO" dirty="0" err="1"/>
              <a:t>Contract</a:t>
            </a:r>
            <a:r>
              <a:rPr lang="es-CO" dirty="0"/>
              <a:t> v1 (16 columnas)</a:t>
            </a:r>
          </a:p>
          <a:p>
            <a:pPr lvl="1"/>
            <a:r>
              <a:rPr lang="es-CO" dirty="0"/>
              <a:t>No se edita el CSV a mano.</a:t>
            </a:r>
          </a:p>
          <a:p>
            <a:pPr lvl="1"/>
            <a:r>
              <a:rPr lang="es-CO" dirty="0"/>
              <a:t>Transformaciones se hacen en SQL (Silver/Gold).</a:t>
            </a:r>
          </a:p>
          <a:p>
            <a:pPr lvl="1"/>
            <a:r>
              <a:rPr lang="es-CO" dirty="0"/>
              <a:t>Entregables se basan en:</a:t>
            </a:r>
          </a:p>
          <a:p>
            <a:pPr lvl="2"/>
            <a:r>
              <a:rPr lang="es-CO" dirty="0" err="1"/>
              <a:t>checks</a:t>
            </a:r>
            <a:r>
              <a:rPr lang="es-CO" dirty="0"/>
              <a:t> de calidad (nulos, rangos, unicidad)</a:t>
            </a:r>
          </a:p>
          <a:p>
            <a:pPr lvl="2"/>
            <a:r>
              <a:rPr lang="es-CO" dirty="0"/>
              <a:t>modelado (</a:t>
            </a:r>
            <a:r>
              <a:rPr lang="es-CO" dirty="0" err="1"/>
              <a:t>fact</a:t>
            </a:r>
            <a:r>
              <a:rPr lang="es-CO" dirty="0"/>
              <a:t>/</a:t>
            </a:r>
            <a:r>
              <a:rPr lang="es-CO" dirty="0" err="1"/>
              <a:t>dim</a:t>
            </a:r>
            <a:r>
              <a:rPr lang="es-CO" dirty="0"/>
              <a:t>)</a:t>
            </a:r>
          </a:p>
          <a:p>
            <a:pPr lvl="2"/>
            <a:r>
              <a:rPr lang="es-CO" dirty="0"/>
              <a:t>evidencia (conteos, </a:t>
            </a:r>
            <a:r>
              <a:rPr lang="es-CO" dirty="0" err="1"/>
              <a:t>queries</a:t>
            </a:r>
            <a:r>
              <a:rPr lang="es-CO" dirty="0"/>
              <a:t>, outputs).</a:t>
            </a:r>
          </a:p>
          <a:p>
            <a:r>
              <a:rPr lang="es-CO" dirty="0"/>
              <a:t>Extended (opcional por grupo, con control): Solo si el grupo necesita más columnas / otra selección: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CO" dirty="0"/>
              <a:t>Registrar decisión en docs/decisions_log.md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CO" dirty="0"/>
              <a:t>Versionar contrato: </a:t>
            </a:r>
            <a:r>
              <a:rPr lang="es-CO" dirty="0" err="1"/>
              <a:t>docs</a:t>
            </a:r>
            <a:r>
              <a:rPr lang="es-CO" dirty="0"/>
              <a:t>/data_contract_v1.1.json (o v2.0)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CO" dirty="0" err="1"/>
              <a:t>Re-ingestar</a:t>
            </a:r>
            <a:r>
              <a:rPr lang="es-CO" dirty="0"/>
              <a:t> reproduciblemente (script/</a:t>
            </a:r>
            <a:r>
              <a:rPr lang="es-CO" dirty="0" err="1"/>
              <a:t>config</a:t>
            </a:r>
            <a:r>
              <a:rPr lang="es-CO" dirty="0"/>
              <a:t>), sin edición manual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CO" dirty="0"/>
              <a:t>Demostrar que no rompe </a:t>
            </a:r>
            <a:r>
              <a:rPr lang="es-CO" dirty="0" err="1"/>
              <a:t>checks</a:t>
            </a:r>
            <a:r>
              <a:rPr lang="es-CO" dirty="0"/>
              <a:t> clave (PK/</a:t>
            </a:r>
            <a:r>
              <a:rPr lang="es-CO" dirty="0" err="1"/>
              <a:t>grain</a:t>
            </a:r>
            <a:r>
              <a:rPr lang="es-CO" dirty="0"/>
              <a:t>, nulos, rangos)</a:t>
            </a:r>
          </a:p>
        </p:txBody>
      </p:sp>
    </p:spTree>
    <p:extLst>
      <p:ext uri="{BB962C8B-B14F-4D97-AF65-F5344CB8AC3E}">
        <p14:creationId xmlns:p14="http://schemas.microsoft.com/office/powerpoint/2010/main" val="810472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C3FB9F-C386-DECD-F124-DE9C5C184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CO" sz="3700" dirty="0">
                <a:solidFill>
                  <a:srgbClr val="FFFFFF"/>
                </a:solidFill>
              </a:rPr>
              <a:t>Data </a:t>
            </a:r>
            <a:r>
              <a:rPr lang="es-CO" sz="3700" dirty="0" err="1">
                <a:solidFill>
                  <a:srgbClr val="FFFFFF"/>
                </a:solidFill>
              </a:rPr>
              <a:t>Contract</a:t>
            </a:r>
            <a:r>
              <a:rPr lang="es-CO" sz="3700" dirty="0">
                <a:solidFill>
                  <a:srgbClr val="FFFFFF"/>
                </a:solidFill>
              </a:rPr>
              <a:t> v1 + Calidad mínima (</a:t>
            </a:r>
            <a:r>
              <a:rPr lang="es-CO" sz="3700" dirty="0" err="1">
                <a:solidFill>
                  <a:srgbClr val="FFFFFF"/>
                </a:solidFill>
              </a:rPr>
              <a:t>checks</a:t>
            </a:r>
            <a:r>
              <a:rPr lang="es-CO" sz="3700" dirty="0">
                <a:solidFill>
                  <a:srgbClr val="FFFFFF"/>
                </a:solidFill>
              </a:rPr>
              <a:t> sí o sí)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E1E43AF-FCF5-735F-31FA-55B5DF5A49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492523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6676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55C03A-BAC0-7978-0FF6-CB5915653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s-ES" sz="4000" b="1"/>
              <a:t>Data Contract</a:t>
            </a:r>
            <a:endParaRPr lang="es-CO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87275FEE-D1B2-71EC-5FAD-EF2DFB9BD3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9985613"/>
              </p:ext>
            </p:extLst>
          </p:nvPr>
        </p:nvGraphicFramePr>
        <p:xfrm>
          <a:off x="5303520" y="1553496"/>
          <a:ext cx="6364224" cy="4636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upo 3">
            <a:extLst>
              <a:ext uri="{FF2B5EF4-FFF2-40B4-BE49-F238E27FC236}">
                <a16:creationId xmlns:a16="http://schemas.microsoft.com/office/drawing/2014/main" id="{F24D1D8B-5892-7792-3814-8561D460DFC5}"/>
              </a:ext>
            </a:extLst>
          </p:cNvPr>
          <p:cNvGrpSpPr/>
          <p:nvPr/>
        </p:nvGrpSpPr>
        <p:grpSpPr>
          <a:xfrm>
            <a:off x="5215562" y="561695"/>
            <a:ext cx="5615119" cy="648575"/>
            <a:chOff x="749104" y="471"/>
            <a:chExt cx="5615119" cy="648575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355AA8BE-2899-9D67-2624-7A250716A77B}"/>
                </a:ext>
              </a:extLst>
            </p:cNvPr>
            <p:cNvSpPr/>
            <p:nvPr/>
          </p:nvSpPr>
          <p:spPr>
            <a:xfrm>
              <a:off x="749104" y="471"/>
              <a:ext cx="5615119" cy="64857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F0E97AF7-F9FC-6935-514E-2FE18635F744}"/>
                </a:ext>
              </a:extLst>
            </p:cNvPr>
            <p:cNvSpPr txBox="1"/>
            <p:nvPr/>
          </p:nvSpPr>
          <p:spPr>
            <a:xfrm>
              <a:off x="749104" y="471"/>
              <a:ext cx="5615119" cy="6485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641" tIns="68641" rIns="68641" bIns="68641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3200" b="1" kern="1200" dirty="0"/>
                <a:t>Un contrato mínimo define:</a:t>
              </a:r>
              <a:endParaRPr lang="en-US" sz="32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07462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E311E7-6FD0-D12B-85FE-5E7BFEAEF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s-ES" sz="4000" b="1"/>
              <a:t>Checks mínimos “sí o sí”</a:t>
            </a:r>
            <a:br>
              <a:rPr lang="es-ES" sz="4000" b="1"/>
            </a:br>
            <a:endParaRPr lang="es-CO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F27BE21-5B3D-94A4-A64D-DCE0EC77B5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8310952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57967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41483F-615A-5AF7-A49C-D3A3D81CE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363" y="1671569"/>
            <a:ext cx="5801917" cy="2228760"/>
          </a:xfrm>
        </p:spPr>
        <p:txBody>
          <a:bodyPr anchor="b">
            <a:normAutofit/>
          </a:bodyPr>
          <a:lstStyle/>
          <a:p>
            <a:r>
              <a:rPr lang="es-CO" sz="4000"/>
              <a:t>Patrón SQL para nulos</a:t>
            </a:r>
          </a:p>
        </p:txBody>
      </p:sp>
      <p:pic>
        <p:nvPicPr>
          <p:cNvPr id="7" name="Graphic 6" descr="Pie de página">
            <a:extLst>
              <a:ext uri="{FF2B5EF4-FFF2-40B4-BE49-F238E27FC236}">
                <a16:creationId xmlns:a16="http://schemas.microsoft.com/office/drawing/2014/main" id="{D5D34BDE-9FA4-518A-98FB-7E8223CC9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BE4B88-B7E7-33F6-1D58-7A572CB47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364" y="4072044"/>
            <a:ext cx="5801917" cy="2057045"/>
          </a:xfrm>
        </p:spPr>
        <p:txBody>
          <a:bodyPr>
            <a:norm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nulls(col) = COUNT(*) - COUNT(col)</a:t>
            </a:r>
          </a:p>
          <a:p>
            <a:r>
              <a:rPr lang="en-US" sz="2000"/>
              <a:t>Junto con la consulta:</a:t>
            </a:r>
          </a:p>
          <a:p>
            <a:pPr marL="457200" lvl="1" indent="0">
              <a:buNone/>
            </a:pPr>
            <a:r>
              <a:rPr lang="en-US" sz="2000">
                <a:latin typeface="Consolas" panose="020B0609020204030204" pitchFamily="49" charset="0"/>
              </a:rPr>
              <a:t>SELECT COUNT(*) - COUNT(hostname) AS nulls_hostname</a:t>
            </a:r>
          </a:p>
          <a:p>
            <a:pPr marL="457200" lvl="1" indent="0">
              <a:buNone/>
            </a:pPr>
            <a:r>
              <a:rPr lang="en-US" sz="2000">
                <a:latin typeface="Consolas" panose="020B0609020204030204" pitchFamily="49" charset="0"/>
              </a:rPr>
              <a:t>FROM raw_ps;</a:t>
            </a:r>
            <a:endParaRPr lang="es-CO" sz="2000">
              <a:latin typeface="Consolas" panose="020B0609020204030204" pitchFamily="49" charset="0"/>
            </a:endParaRPr>
          </a:p>
        </p:txBody>
      </p:sp>
      <p:pic>
        <p:nvPicPr>
          <p:cNvPr id="9" name="Graphic 8" descr="Pie de página">
            <a:extLst>
              <a:ext uri="{FF2B5EF4-FFF2-40B4-BE49-F238E27FC236}">
                <a16:creationId xmlns:a16="http://schemas.microsoft.com/office/drawing/2014/main" id="{310E1E1D-2A75-4D66-BB87-8EC7C0BC2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58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7485B5-08DA-26D0-1A05-360D5D070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363" y="1671569"/>
            <a:ext cx="5801917" cy="2228760"/>
          </a:xfrm>
        </p:spPr>
        <p:txBody>
          <a:bodyPr anchor="b">
            <a:normAutofit/>
          </a:bodyPr>
          <a:lstStyle/>
          <a:p>
            <a:r>
              <a:rPr lang="es-CO" sz="4000"/>
              <a:t>Patrón SQL para duplicados</a:t>
            </a:r>
          </a:p>
        </p:txBody>
      </p:sp>
      <p:pic>
        <p:nvPicPr>
          <p:cNvPr id="7" name="Graphic 6" descr="Insecto">
            <a:extLst>
              <a:ext uri="{FF2B5EF4-FFF2-40B4-BE49-F238E27FC236}">
                <a16:creationId xmlns:a16="http://schemas.microsoft.com/office/drawing/2014/main" id="{9E85EAF3-8041-15D0-EF4D-C34A052E3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525AC9-7E7C-8051-05EF-7AF672399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364" y="4072044"/>
            <a:ext cx="5801917" cy="20570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>
                <a:latin typeface="Consolas" panose="020B0609020204030204" pitchFamily="49" charset="0"/>
              </a:rPr>
              <a:t>SELECT pl_name, COUNT(*) AS c</a:t>
            </a:r>
          </a:p>
          <a:p>
            <a:pPr marL="0" indent="0">
              <a:buNone/>
            </a:pPr>
            <a:r>
              <a:rPr lang="en-US" sz="1100">
                <a:latin typeface="Consolas" panose="020B0609020204030204" pitchFamily="49" charset="0"/>
              </a:rPr>
              <a:t>FROM raw_ps</a:t>
            </a:r>
          </a:p>
          <a:p>
            <a:pPr marL="0" indent="0">
              <a:buNone/>
            </a:pPr>
            <a:r>
              <a:rPr lang="en-US" sz="1100">
                <a:latin typeface="Consolas" panose="020B0609020204030204" pitchFamily="49" charset="0"/>
              </a:rPr>
              <a:t>WHERE pl_name IS NOT NULL</a:t>
            </a:r>
          </a:p>
          <a:p>
            <a:pPr marL="0" indent="0">
              <a:buNone/>
            </a:pPr>
            <a:r>
              <a:rPr lang="en-US" sz="1100">
                <a:latin typeface="Consolas" panose="020B0609020204030204" pitchFamily="49" charset="0"/>
              </a:rPr>
              <a:t>GROUP BY pl_name</a:t>
            </a:r>
          </a:p>
          <a:p>
            <a:pPr marL="0" indent="0">
              <a:buNone/>
            </a:pPr>
            <a:r>
              <a:rPr lang="en-US" sz="1100">
                <a:latin typeface="Consolas" panose="020B0609020204030204" pitchFamily="49" charset="0"/>
              </a:rPr>
              <a:t>HAVING COUNT(*) &gt; 1</a:t>
            </a:r>
          </a:p>
          <a:p>
            <a:pPr marL="0" indent="0">
              <a:buNone/>
            </a:pPr>
            <a:r>
              <a:rPr lang="en-US" sz="1100">
                <a:latin typeface="Consolas" panose="020B0609020204030204" pitchFamily="49" charset="0"/>
              </a:rPr>
              <a:t>ORDER BY c DESC</a:t>
            </a:r>
          </a:p>
          <a:p>
            <a:pPr marL="0" indent="0">
              <a:buNone/>
            </a:pPr>
            <a:r>
              <a:rPr lang="en-US" sz="1100">
                <a:latin typeface="Consolas" panose="020B0609020204030204" pitchFamily="49" charset="0"/>
              </a:rPr>
              <a:t>LIMIT 10;</a:t>
            </a:r>
          </a:p>
          <a:p>
            <a:endParaRPr lang="es-CO" sz="1100"/>
          </a:p>
        </p:txBody>
      </p:sp>
      <p:pic>
        <p:nvPicPr>
          <p:cNvPr id="9" name="Graphic 8" descr="Insecto">
            <a:extLst>
              <a:ext uri="{FF2B5EF4-FFF2-40B4-BE49-F238E27FC236}">
                <a16:creationId xmlns:a16="http://schemas.microsoft.com/office/drawing/2014/main" id="{F4F7C1B9-1216-4318-9D5C-6DEE0B7BD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8167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773</Words>
  <Application>Microsoft Office PowerPoint</Application>
  <PresentationFormat>Panorámica</PresentationFormat>
  <Paragraphs>75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Consolas</vt:lpstr>
      <vt:lpstr>Tema de Office</vt:lpstr>
      <vt:lpstr>Contrato y validación de datos</vt:lpstr>
      <vt:lpstr>Recordemos…</vt:lpstr>
      <vt:lpstr>Presentación de PowerPoint</vt:lpstr>
      <vt:lpstr>Data Warehouse</vt:lpstr>
      <vt:lpstr>¿Qué estamos construyendo?</vt:lpstr>
      <vt:lpstr>Hoy dejamos de ‘consultar datos’ y empezamos a administrar datos.</vt:lpstr>
      <vt:lpstr>¿Qué es fundamental en una base de datos?</vt:lpstr>
      <vt:lpstr>Reglas del proyecto</vt:lpstr>
      <vt:lpstr>Data Contract v1 + Calidad mínima (checks sí o sí)</vt:lpstr>
      <vt:lpstr>Data Contract</vt:lpstr>
      <vt:lpstr>Checks mínimos “sí o sí” </vt:lpstr>
      <vt:lpstr>Patrón SQL para nulos</vt:lpstr>
      <vt:lpstr>Patrón SQL para duplicados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	 Echeverri Arteaga</dc:creator>
  <cp:lastModifiedBy>Santiago	 Echeverri Arteaga</cp:lastModifiedBy>
  <cp:revision>6</cp:revision>
  <dcterms:created xsi:type="dcterms:W3CDTF">2025-12-28T04:54:31Z</dcterms:created>
  <dcterms:modified xsi:type="dcterms:W3CDTF">2026-02-15T16:02:30Z</dcterms:modified>
</cp:coreProperties>
</file>